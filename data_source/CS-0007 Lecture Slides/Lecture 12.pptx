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301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397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3B443-9BF1-4F2F-8CBE-35D5EB22D111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A1D19-A7CF-4A1D-8916-3F1BFAEFADE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October 20,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Annoucements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Project 0 submission link is now available via </a:t>
            </a:r>
            <a:r>
              <a:rPr lang="en-US" dirty="0" err="1" smtClean="0">
                <a:solidFill>
                  <a:schemeClr val="bg1"/>
                </a:solidFill>
              </a:rPr>
              <a:t>CourseWeb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When submitting, please organize your source code and your essay into one zip file.  The zip file name should be LastnameFirstname_Project0.zip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Please DO NOT include any *.class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Type[] name = new Type[size];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empty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[10];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list = {1,2,3,4};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While a condition is true, run the block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While not at the end of the list, print out the next element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while(not at end of list)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dirty="0" err="1" smtClean="0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(next element);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while(not at end of list)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while(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 Many Things We Have to Remember…WHYYYYYYYYYY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counter = start;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while(condition)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//Do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counter increment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while(condition)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must be a better way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WILD KEYWORD APPEARS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(;;){…}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for loop allows us to put everything together for us!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for(counter = start; condition; counter increment)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Now we don't have to worry about the placement of the counter and incrementing it!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EQUIVALENCE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counter = start;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while(condition)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//Do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counter increment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  //while(condition)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for(</a:t>
            </a: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counter = start; condition; counter increment)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//Do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loop for(condition)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276600" y="1905000"/>
            <a:ext cx="1828800" cy="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819400" y="2362200"/>
            <a:ext cx="2209800" cy="762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91000" y="2895600"/>
            <a:ext cx="1981200" cy="9906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124200" y="3429000"/>
            <a:ext cx="2438400" cy="3048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(;;){…}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Note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Programmers are lazy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Therefore,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dirty="0" smtClean="0">
                <a:solidFill>
                  <a:schemeClr val="bg1"/>
                </a:solidFill>
              </a:rPr>
              <a:t> is too long for a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Conventional counter names are: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,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counter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(;;){…}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currElement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667000"/>
            <a:ext cx="8839200" cy="11430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list = {1,2,3,4};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Let's Test </a:t>
            </a:r>
            <a:r>
              <a:rPr lang="en-US" sz="440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 on List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Let's Test It on List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 list = {1,2,3,4};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("Counting... 				Now at " + 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Test</a:t>
            </a:r>
          </a:p>
          <a:p>
            <a:pPr>
              <a:buNone/>
            </a:pPr>
            <a:r>
              <a:rPr lang="en-US" sz="4600" b="1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47244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It works, YAAAAAYYYYYY!!!</a:t>
            </a:r>
          </a:p>
        </p:txBody>
      </p:sp>
      <p:pic>
        <p:nvPicPr>
          <p:cNvPr id="5" name="Content Placeholder 4" descr="Picture 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8562" y="381000"/>
            <a:ext cx="8217352" cy="41148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do I use For Loops?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Iteration</a:t>
            </a:r>
            <a:r>
              <a:rPr lang="en-US" dirty="0" smtClean="0">
                <a:solidFill>
                  <a:schemeClr val="bg1"/>
                </a:solidFill>
              </a:rPr>
              <a:t>, or going through all of the elements of an array or other type of list.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 When the number of times you need to loop is known, either explicitly with a value, or through a variable.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While loops are used otherwise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Multi-dimension Arrays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Arrays don't just have to be lists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They can also be grids, cubes, hyper-cubes, …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2667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Type[]…[] name = new Type[size1]…[</a:t>
            </a:r>
            <a:r>
              <a:rPr lang="en-US" dirty="0" err="1" smtClean="0">
                <a:solidFill>
                  <a:schemeClr val="bg1"/>
                </a:solidFill>
              </a:rPr>
              <a:t>sizeN</a:t>
            </a:r>
            <a:r>
              <a:rPr lang="en-US" dirty="0" smtClean="0">
                <a:solidFill>
                  <a:schemeClr val="bg1"/>
                </a:solidFill>
              </a:rPr>
              <a:t>];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Type[]…[] name = values…s;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{{1,2,3},{4,5,6},{7,8,9}};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Things to Remember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 2-D Arrays, referencing an element requires TWO PAIRS of square brackets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get the #1 from </a:t>
            </a:r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[0][0]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get the #4 from </a:t>
            </a:r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[1][0]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Remember: element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dirty="0" err="1" smtClean="0">
                <a:solidFill>
                  <a:schemeClr val="bg1"/>
                </a:solidFill>
                <a:sym typeface="Wingdings" pitchFamily="2" charset="2"/>
              </a:rPr>
              <a:t>listList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[row][</a:t>
            </a:r>
            <a:r>
              <a:rPr lang="en-US" dirty="0" err="1" smtClean="0">
                <a:solidFill>
                  <a:schemeClr val="bg1"/>
                </a:solidFill>
                <a:sym typeface="Wingdings" pitchFamily="2" charset="2"/>
              </a:rPr>
              <a:t>col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We Go Through a 2-D Array?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it took one for loop to go though a 1-D array, then…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will take two for loops to go through a 2-D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will take N for loops to go through an N-D array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If you don't have to go through everything, don't.  It just wastes time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need to modify this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{{1,2,3},{4,5,6},{7,8,9}};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("Counting... 				Now at "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Test</a:t>
            </a:r>
          </a:p>
          <a:p>
            <a:pPr>
              <a:buNone/>
            </a:pPr>
            <a:r>
              <a:rPr lang="en-US" sz="4600" dirty="0" smtClean="0">
                <a:solidFill>
                  <a:schemeClr val="bg1"/>
                </a:solidFill>
                <a:cs typeface="Courier New" pitchFamily="49" charset="0"/>
              </a:rPr>
              <a:t>There is only one loop.  How do we write the next one?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For Loop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//inner for loop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	//…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//end inner for loop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outer-loop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</a:t>
            </a:r>
            <a:b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What does the outer for loop go through?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What should the inner for loop go through?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r>
              <a:rPr lang="en-US" dirty="0" smtClean="0">
                <a:solidFill>
                  <a:schemeClr val="bg1"/>
                </a:solidFill>
              </a:rPr>
              <a:t>[row][</a:t>
            </a:r>
            <a:r>
              <a:rPr lang="en-US" dirty="0" err="1" smtClean="0">
                <a:solidFill>
                  <a:schemeClr val="bg1"/>
                </a:solidFill>
              </a:rPr>
              <a:t>col</a:t>
            </a:r>
            <a:r>
              <a:rPr lang="en-US" dirty="0" smtClean="0">
                <a:solidFill>
                  <a:schemeClr val="bg1"/>
                </a:solidFill>
              </a:rPr>
              <a:t>]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For Loop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//inner for loop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	//…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//end inner for loop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outer-loop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</a:t>
            </a:r>
            <a:b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 outer loop goes through the row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 inner loop goes through the columns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For Loop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//inner for loop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("Counting… 		Now at "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inner-loop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</a:t>
            </a:r>
            <a:b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Is this allowed?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No because </a:t>
            </a:r>
            <a:r>
              <a:rPr lang="en-US" dirty="0" err="1" smtClean="0">
                <a:solidFill>
                  <a:schemeClr val="bg1"/>
                </a:solidFill>
              </a:rPr>
              <a:t>i</a:t>
            </a:r>
            <a:r>
              <a:rPr lang="en-US" dirty="0" smtClean="0">
                <a:solidFill>
                  <a:schemeClr val="bg1"/>
                </a:solidFill>
              </a:rPr>
              <a:t> is already used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For Loop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//inner for loop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j = 0; j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("Counting… 		Now at "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][j]);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inner-loop for(j &lt;</a:t>
            </a:r>
            <a:b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Is this allowed?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No because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dirty="0" smtClean="0">
                <a:solidFill>
                  <a:schemeClr val="bg1"/>
                </a:solidFill>
              </a:rPr>
              <a:t> only gets the number of rows!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What can we do? 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What if we use each individual row's length?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1981200"/>
            <a:ext cx="2286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384452" y="1982372"/>
            <a:ext cx="2286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391400" y="1981200"/>
            <a:ext cx="2286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43954" y="3066757"/>
            <a:ext cx="2286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For Loop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//inner for loop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j = 0; j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].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("Counting… 		Now at "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][j]);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inner-loop for(j &lt;</a:t>
            </a:r>
            <a:b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listList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].length)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Does this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590800"/>
            <a:ext cx="41148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Let's Test It on </a:t>
            </a:r>
            <a:r>
              <a:rPr lang="en-US" dirty="0" err="1" smtClean="0">
                <a:solidFill>
                  <a:schemeClr val="bg1"/>
                </a:solidFill>
              </a:rPr>
              <a:t>listList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Test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[][] list = {{1,2,3},{4,5,6},{7,8,9}};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list.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j = 0; j &lt; 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].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("Counting...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Now at " + list[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][j]);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inner-loop for(j &lt; list[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].length)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outer-loop for(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list.length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Test </a:t>
            </a: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For convenience sake, </a:t>
            </a:r>
            <a:r>
              <a:rPr lang="en-US" sz="5800" dirty="0" err="1" smtClean="0">
                <a:solidFill>
                  <a:schemeClr val="bg1"/>
                </a:solidFill>
                <a:cs typeface="Courier New" pitchFamily="49" charset="0"/>
              </a:rPr>
              <a:t>listList</a:t>
            </a: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 list</a:t>
            </a:r>
            <a:endParaRPr lang="en-US" sz="5800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47244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It works, YAAAAAYYYYYY!!!</a:t>
            </a:r>
          </a:p>
        </p:txBody>
      </p:sp>
      <p:pic>
        <p:nvPicPr>
          <p:cNvPr id="6" name="Content Placeholder 5" descr="Picture 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381000"/>
            <a:ext cx="8220076" cy="4116164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595</Words>
  <Application>Microsoft Office PowerPoint</Application>
  <PresentationFormat>On-screen Show (4:3)</PresentationFormat>
  <Paragraphs>186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CS 0007: Introduction to Java Lecture 12</vt:lpstr>
      <vt:lpstr>Annoucements</vt:lpstr>
      <vt:lpstr>Type[] name = new Type[size];</vt:lpstr>
      <vt:lpstr>int[] empty = new int[10];</vt:lpstr>
      <vt:lpstr>int[] list = {1,2,3,4};</vt:lpstr>
      <vt:lpstr>while(){…}</vt:lpstr>
      <vt:lpstr>while(){…}</vt:lpstr>
      <vt:lpstr>So Many Things We Have to Remember…WHYYYYYYYYYY</vt:lpstr>
      <vt:lpstr>for(;;){…}</vt:lpstr>
      <vt:lpstr>EQUIVALENCE</vt:lpstr>
      <vt:lpstr>for(;;){…}</vt:lpstr>
      <vt:lpstr>A Note</vt:lpstr>
      <vt:lpstr>for(;;){…}</vt:lpstr>
      <vt:lpstr>int[] list = {1,2,3,4};</vt:lpstr>
      <vt:lpstr>Let's Test It on List</vt:lpstr>
      <vt:lpstr>Slide 16</vt:lpstr>
      <vt:lpstr>Usage</vt:lpstr>
      <vt:lpstr>Multi-dimension Arrays</vt:lpstr>
      <vt:lpstr>Type[]…[] name = new Type[size1]…[sizeN];</vt:lpstr>
      <vt:lpstr>Type[]…[] name = values…s;</vt:lpstr>
      <vt:lpstr>int[][] listList = {{1,2,3},{4,5,6},{7,8,9}};</vt:lpstr>
      <vt:lpstr>Things to Remember</vt:lpstr>
      <vt:lpstr>How Do We Go Through a 2-D Array?</vt:lpstr>
      <vt:lpstr>We need to modify this</vt:lpstr>
      <vt:lpstr>Inner For Loop</vt:lpstr>
      <vt:lpstr>listList[row][col]</vt:lpstr>
      <vt:lpstr>Inner For Loop</vt:lpstr>
      <vt:lpstr>Inner For Loop</vt:lpstr>
      <vt:lpstr>Inner For Loop</vt:lpstr>
      <vt:lpstr>Inner For Loop</vt:lpstr>
      <vt:lpstr>Let's Test It on listList</vt:lpstr>
      <vt:lpstr>Slide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12</dc:title>
  <dc:creator>Eleonor Rico</dc:creator>
  <cp:lastModifiedBy>Eleonor Rico</cp:lastModifiedBy>
  <cp:revision>10</cp:revision>
  <dcterms:created xsi:type="dcterms:W3CDTF">2016-10-18T18:36:45Z</dcterms:created>
  <dcterms:modified xsi:type="dcterms:W3CDTF">2016-10-20T21:31:08Z</dcterms:modified>
</cp:coreProperties>
</file>
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6" autoAdjust="0"/>
    <p:restoredTop sz="94660"/>
  </p:normalViewPr>
  <p:slideViewPr>
    <p:cSldViewPr>
      <p:cViewPr varScale="1">
        <p:scale>
          <a:sx n="83" d="100"/>
          <a:sy n="83" d="100"/>
        </p:scale>
        <p:origin x="-140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7EE1F-07F3-4675-AFA0-1E503B38B74A}" type="datetimeFigureOut">
              <a:rPr lang="en-US" smtClean="0"/>
              <a:pPr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489F6-98F1-48AF-AC65-B034E6C08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smtClean="0"/>
              <a:t>October 4,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 recap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//always 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if(condition1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if(condition2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if(condition3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else //if conditions 1…n were not satisfied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//run this code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//always run this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Revisiting 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 works by curly brackets.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Curly brackets surround all newly declared information, keeping it hidden from code outside of the curly brackets.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1447800"/>
            <a:ext cx="7467600" cy="4800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00200" y="2209800"/>
            <a:ext cx="5943600" cy="3352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514600" y="2971800"/>
            <a:ext cx="41910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5000" y="16002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Confidential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438400" y="23622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Secret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743200" y="35814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Top Secret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8001000" cy="419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90600" y="1981200"/>
            <a:ext cx="3200400" cy="3124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752600" y="2743200"/>
            <a:ext cx="167640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8800" y="1295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public class </a:t>
            </a:r>
            <a:r>
              <a:rPr lang="en-US" sz="3200" dirty="0" err="1" smtClean="0"/>
              <a:t>ScopeExample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21336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public static void main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62000" y="29718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4724400" y="1981200"/>
            <a:ext cx="3200400" cy="3124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486400" y="2743200"/>
            <a:ext cx="1676400" cy="1981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67200" y="21336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public static void </a:t>
            </a:r>
            <a:r>
              <a:rPr lang="en-US" sz="2400" dirty="0" err="1" smtClean="0"/>
              <a:t>func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495800" y="2895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4" name="Rounded Rectangle 13"/>
          <p:cNvSpPr/>
          <p:nvPr/>
        </p:nvSpPr>
        <p:spPr>
          <a:xfrm>
            <a:off x="5867400" y="3505200"/>
            <a:ext cx="9144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95800" y="3657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if</a:t>
            </a:r>
            <a:endParaRPr lang="en-US" sz="2400" dirty="0"/>
          </a:p>
        </p:txBody>
      </p:sp>
      <p:sp>
        <p:nvSpPr>
          <p:cNvPr id="16" name="Rounded Rectangle 15"/>
          <p:cNvSpPr/>
          <p:nvPr/>
        </p:nvSpPr>
        <p:spPr>
          <a:xfrm>
            <a:off x="1752600" y="3886200"/>
            <a:ext cx="167640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2000" y="41148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else if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562600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Darker shades can see lighter shades, but not vice versa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 in Code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0, y is undefined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(x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y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15, y == 10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//x == 15, y is undefined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endParaRPr lang="en-US" sz="5800" dirty="0" smtClean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47800" y="3260784"/>
            <a:ext cx="3352800" cy="244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47800" y="5181600"/>
            <a:ext cx="3505200" cy="261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62200" y="4632384"/>
            <a:ext cx="2514600" cy="244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Special Annoying Case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new Scanner(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scanner.nextInt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("Desert");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("Island");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("Beach");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("Forest");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("Jungle");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Switch-Case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Switch-Case statement</a:t>
            </a:r>
            <a:r>
              <a:rPr lang="en-US" dirty="0" smtClean="0">
                <a:solidFill>
                  <a:schemeClr val="bg1"/>
                </a:solidFill>
              </a:rPr>
              <a:t> is like a long if, else-if, else block concerning only one variable and several possible discrete values (not ranges).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increases readability, but they act similarly.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for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, and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.  (Any others out of scope)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 every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dirty="0" smtClean="0">
                <a:solidFill>
                  <a:schemeClr val="bg1"/>
                </a:solidFill>
              </a:rPr>
              <a:t> possibility, you need a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 smtClean="0">
                <a:solidFill>
                  <a:schemeClr val="bg1"/>
                </a:solidFill>
              </a:rPr>
              <a:t> statement, unless you wanted to combine several cases together.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Special Annoying Case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new Scanner(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scanner.nextInt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numTrees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("Desert");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("Island");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2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("Beach");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("Forest");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("Jungle");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Arrays, loops, and Recursion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33800" y="2743200"/>
            <a:ext cx="4800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Sudden Need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need a function that returns the first 100 terms of the harmonic series.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Harmonic series: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733800" y="2743200"/>
          <a:ext cx="4782671" cy="1219200"/>
        </p:xfrm>
        <a:graphic>
          <a:graphicData uri="http://schemas.openxmlformats.org/presentationml/2006/ole">
            <p:oleObj spid="_x0000_s1026" name="Equation" r:id="rId3" imgW="12315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Dumb Way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term0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term1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term2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Lists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do lists?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100 variables as a list is not scalable!  What if we need more?  What if I change the names?  What if I wanted a different series?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WILD STRUCTURE APPEARS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 are ordered lists of things depending on the type you specify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you make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 name = new Type[size];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empty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[10];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 name = values;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list = {1,2,3,4};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Now What?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 want the first element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 want the last element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list[3]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 want the length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 4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operations for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are allowed for an individual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list[0] + list[2] == list[3]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I get every element so I can print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Reference every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Many if statements!!!!!!  YAAAAAAAAYYYY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please don't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what else can we do?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WILD KEYWORD APPEARS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While a condition is true, run the block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while(not at end of list)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dirty="0" err="1" smtClean="0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(next element);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while(not at end of list)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not at end of list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we know we're at the end of the list?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do we know which one we're at?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We need to keep track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starts at 0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not equal to the end!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sz="4300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endParaRPr lang="en-US" sz="3600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3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3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sz="3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3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smtClean="0">
                <a:solidFill>
                  <a:srgbClr val="FFFF00"/>
                </a:solidFill>
                <a:cs typeface="Courier New" pitchFamily="49" charset="0"/>
              </a:rPr>
              <a:t>&lt;next element&gt;</a:t>
            </a: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sz="36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!=</a:t>
            </a:r>
            <a:r>
              <a:rPr lang="en-US" sz="36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sz="3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36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501</Words>
  <Application>Microsoft Office PowerPoint</Application>
  <PresentationFormat>On-screen Show (4:3)</PresentationFormat>
  <Paragraphs>175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Equation</vt:lpstr>
      <vt:lpstr>CS 0007: Introduction to Java Lecture 10</vt:lpstr>
      <vt:lpstr>if() recap</vt:lpstr>
      <vt:lpstr>Revisiting Scope</vt:lpstr>
      <vt:lpstr>Scope</vt:lpstr>
      <vt:lpstr>Scope</vt:lpstr>
      <vt:lpstr>Scope in Code</vt:lpstr>
      <vt:lpstr>A Special Annoying Case</vt:lpstr>
      <vt:lpstr>Switch-Case</vt:lpstr>
      <vt:lpstr>A Special Annoying Case</vt:lpstr>
      <vt:lpstr>Arrays, loops, and Recursion</vt:lpstr>
      <vt:lpstr>A Sudden Need</vt:lpstr>
      <vt:lpstr>The Dumb Way</vt:lpstr>
      <vt:lpstr>Lists</vt:lpstr>
      <vt:lpstr>Arrays</vt:lpstr>
      <vt:lpstr>Type[] name = new Type[size];</vt:lpstr>
      <vt:lpstr>int[] empty = new int[10];</vt:lpstr>
      <vt:lpstr>Type[] name = values;</vt:lpstr>
      <vt:lpstr>int[] list = {1,2,3,4};</vt:lpstr>
      <vt:lpstr>Now What?</vt:lpstr>
      <vt:lpstr>How do I get every element so I can print it?</vt:lpstr>
      <vt:lpstr>while(){…}</vt:lpstr>
      <vt:lpstr>not at end of list</vt:lpstr>
      <vt:lpstr>while(){…}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10</dc:title>
  <dc:creator>Eleonor Rico</dc:creator>
  <cp:lastModifiedBy>Eleonor Rico</cp:lastModifiedBy>
  <cp:revision>4</cp:revision>
  <dcterms:created xsi:type="dcterms:W3CDTF">2016-10-03T21:38:54Z</dcterms:created>
  <dcterms:modified xsi:type="dcterms:W3CDTF">2016-10-04T21:29:07Z</dcterms:modified>
</cp:coreProperties>
</file>
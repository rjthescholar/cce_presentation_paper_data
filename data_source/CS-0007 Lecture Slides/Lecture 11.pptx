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95" r:id="rId4"/>
    <p:sldId id="296" r:id="rId5"/>
    <p:sldId id="257" r:id="rId6"/>
    <p:sldId id="258" r:id="rId7"/>
    <p:sldId id="259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3" r:id="rId27"/>
    <p:sldId id="284" r:id="rId28"/>
    <p:sldId id="285" r:id="rId29"/>
    <p:sldId id="286" r:id="rId30"/>
    <p:sldId id="287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397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A8234-07EC-4F23-B40E-5F6C647BCF78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E77ED-C988-4921-9515-C74997EDE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11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October 13,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Annoucements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October 17 – Fall Break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October 18 – Monday Schedule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Those who are signed up for Monday Lab must attend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Those who are signed up for Tuesday Lab are not required to attend, but must complete the lab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 lecture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Annoucements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Project 0 is updated, please download the new version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Rubric will be released very soon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project must be done by yourself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Annoucements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Project 1 will be released while Project 0 is going on just to get you to start thinking about it, but the due date will be far into the future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There will only be two projects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Arrays, loops, and Recursion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33800" y="2743200"/>
            <a:ext cx="48006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Sudden Need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need a function that returns the first 100 terms of the harmonic series.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Harmonic series: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733800" y="2743200"/>
          <a:ext cx="4782671" cy="1219200"/>
        </p:xfrm>
        <a:graphic>
          <a:graphicData uri="http://schemas.openxmlformats.org/presentationml/2006/ole">
            <p:oleObj spid="_x0000_s1026" name="Equation" r:id="rId3" imgW="12315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Dumb Way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term0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term1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term2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Arrays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Arrays are ordered lists of things depending on the type you specify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you make one?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Type[] name = new Type[size];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667000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 empty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[10];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667000"/>
            <a:ext cx="8839200" cy="1143000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 list = {1,2,3,4};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Now What?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 want the first element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list[0]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 want the last element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list[3]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 want the length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 4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operations for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are allowed for an individual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list[0] + list[2] == list[3]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do I get every element so I can print it?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Reference every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Many if statements!!!!!!  YAAAAAAAAYYYY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please don't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what else can we do?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WILD KEYWORD APPEARS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While a condition is true, run the block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While not at the end of the list, print out the next element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while(not at end of list)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dirty="0" err="1" smtClean="0">
                <a:solidFill>
                  <a:schemeClr val="bg1"/>
                </a:solidFill>
              </a:rPr>
              <a:t>System.out.println</a:t>
            </a:r>
            <a:r>
              <a:rPr lang="en-US" dirty="0" smtClean="0">
                <a:solidFill>
                  <a:schemeClr val="bg1"/>
                </a:solidFill>
              </a:rPr>
              <a:t>(next element);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 while(not at end of list)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not at end of list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do we know we're at the end of the list?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How do we know which one we're at?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We need to keep track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starts at 0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not equal to the end!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!=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sz="4300" dirty="0" smtClean="0">
                <a:solidFill>
                  <a:schemeClr val="bg1"/>
                </a:solidFill>
              </a:rPr>
              <a:t>While not at the end of the list, print out the next element</a:t>
            </a:r>
          </a:p>
          <a:p>
            <a:pPr>
              <a:buNone/>
            </a:pPr>
            <a:endParaRPr lang="en-US" sz="3600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36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3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!= </a:t>
            </a:r>
            <a:r>
              <a:rPr lang="en-US" sz="3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sz="3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3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dirty="0" smtClean="0">
                <a:solidFill>
                  <a:srgbClr val="FFFF00"/>
                </a:solidFill>
                <a:cs typeface="Courier New" pitchFamily="49" charset="0"/>
              </a:rPr>
              <a:t>&lt;next element&gt;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3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while(</a:t>
            </a:r>
            <a:r>
              <a:rPr lang="en-US" sz="36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!=</a:t>
            </a:r>
            <a:r>
              <a:rPr lang="en-US" sz="36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sz="3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36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next element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Do we really want to print out the next element?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If we start at 0, and the list starts at 0, do we?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No, we want it to print out the current element and then move to the next one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print out the current element?</a:t>
            </a:r>
          </a:p>
          <a:p>
            <a:pPr>
              <a:buNone/>
            </a:pPr>
            <a:r>
              <a:rPr lang="en-US" sz="3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3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(list[</a:t>
            </a:r>
            <a:r>
              <a:rPr lang="en-US" sz="3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move to the next one?</a:t>
            </a:r>
          </a:p>
          <a:p>
            <a:pPr>
              <a:buNone/>
            </a:pPr>
            <a:r>
              <a:rPr lang="en-US" sz="3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3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3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3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sz="3900" dirty="0" smtClean="0">
                <a:solidFill>
                  <a:schemeClr val="bg1"/>
                </a:solidFill>
              </a:rPr>
              <a:t>While not at the end of the list, print out the next element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!=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	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while(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!=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Time to Optimize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is really long.  There must be a faster way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There is!  Use +=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+=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Adds the right side to whatever was on the left side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is equivalent to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As it happens, people generally add one to many things all the time, so there is a shorter-cut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is equivalent to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It is also common to subtract one from many things all the time, so there is a similar shorter-cut</a:t>
            </a:r>
          </a:p>
          <a:p>
            <a:endParaRPr lang="en-US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--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––;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is equivalent to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–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Planning to add or subtract more than one?  Use += and –=</a:t>
            </a:r>
          </a:p>
          <a:p>
            <a:endParaRPr lang="en-US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Mathematical Combination Operators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+=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-=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*=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/=</a:t>
            </a:r>
            <a:r>
              <a:rPr lang="en-US" dirty="0" smtClean="0">
                <a:solidFill>
                  <a:schemeClr val="bg1"/>
                </a:solidFill>
              </a:rPr>
              <a:t> 	(any numeric primitive)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%= </a:t>
            </a:r>
            <a:r>
              <a:rPr lang="en-US" dirty="0" smtClean="0">
                <a:solidFill>
                  <a:schemeClr val="bg1"/>
                </a:solidFill>
              </a:rPr>
              <a:t>			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only)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Literally combines the operation and the assignment.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variable ◊= value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variable = variable </a:t>
            </a:r>
            <a:r>
              <a:rPr lang="en-US" dirty="0" smtClean="0">
                <a:solidFill>
                  <a:schemeClr val="bg1"/>
                </a:solidFill>
              </a:rPr>
              <a:t>◊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 value;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 x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x %=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3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;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//x == ?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!=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while(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!=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Little Security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!=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What happens if you accidentally added by three instead of one?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What happens if you accidentally changed the value of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dirty="0" smtClean="0">
                <a:solidFill>
                  <a:schemeClr val="bg1"/>
                </a:solidFill>
              </a:rPr>
              <a:t> so it's past the list length?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Safer check: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while(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 Many Things We Have to Remember…WHYYYYYYYYYY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counter = start;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while(condition)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//Do stuff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counter increment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 while(condition)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There must be a better way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WILD KEYWORD APPEARS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(;;){…}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for loop allows us to put everything together for us!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for(counter = start; condition; counter increment)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Now we don't have to worry about the placement of the counter and incrementing it!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EQUIVALENCE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counter = start;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while(condition)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//Do stuff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counter increment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  //while(condition)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for(</a:t>
            </a: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counter = start; condition; counter increment)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//Do stuff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 for(condition)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276600" y="1905000"/>
            <a:ext cx="1828800" cy="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819400" y="2362200"/>
            <a:ext cx="2209800" cy="762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91000" y="2895600"/>
            <a:ext cx="1981200" cy="9906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124200" y="3429000"/>
            <a:ext cx="2438400" cy="3048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(;;){…}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746</Words>
  <Application>Microsoft Office PowerPoint</Application>
  <PresentationFormat>On-screen Show (4:3)</PresentationFormat>
  <Paragraphs>192</Paragraphs>
  <Slides>30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Office Theme</vt:lpstr>
      <vt:lpstr>Equation</vt:lpstr>
      <vt:lpstr>CS 0007: Introduction to Java Lecture 11</vt:lpstr>
      <vt:lpstr>Annoucements</vt:lpstr>
      <vt:lpstr>Annoucements</vt:lpstr>
      <vt:lpstr>Annoucements</vt:lpstr>
      <vt:lpstr>Arrays, loops, and Recursion</vt:lpstr>
      <vt:lpstr>A Sudden Need</vt:lpstr>
      <vt:lpstr>The Dumb Way</vt:lpstr>
      <vt:lpstr>Arrays</vt:lpstr>
      <vt:lpstr>Type[] name = new Type[size];</vt:lpstr>
      <vt:lpstr>int[] empty = new int[10];</vt:lpstr>
      <vt:lpstr>int[] list = {1,2,3,4};</vt:lpstr>
      <vt:lpstr>Now What?</vt:lpstr>
      <vt:lpstr>How do I get every element so I can print it?</vt:lpstr>
      <vt:lpstr>while(){…}</vt:lpstr>
      <vt:lpstr>not at end of list</vt:lpstr>
      <vt:lpstr>while(){…}</vt:lpstr>
      <vt:lpstr>next element</vt:lpstr>
      <vt:lpstr>while(){…}</vt:lpstr>
      <vt:lpstr>Time to Optimize</vt:lpstr>
      <vt:lpstr>+=</vt:lpstr>
      <vt:lpstr>++</vt:lpstr>
      <vt:lpstr>--</vt:lpstr>
      <vt:lpstr>Mathematical Combination Operators</vt:lpstr>
      <vt:lpstr>while(){…}</vt:lpstr>
      <vt:lpstr>A Little Security</vt:lpstr>
      <vt:lpstr>while(){…}</vt:lpstr>
      <vt:lpstr>So Many Things We Have to Remember…WHYYYYYYYYYY</vt:lpstr>
      <vt:lpstr>for(;;){…}</vt:lpstr>
      <vt:lpstr>EQUIVALENCE</vt:lpstr>
      <vt:lpstr>for(;;){…}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11</dc:title>
  <dc:creator>ongnathan</dc:creator>
  <cp:lastModifiedBy>Eleonor Rico</cp:lastModifiedBy>
  <cp:revision>6</cp:revision>
  <dcterms:created xsi:type="dcterms:W3CDTF">2016-10-13T00:49:06Z</dcterms:created>
  <dcterms:modified xsi:type="dcterms:W3CDTF">2016-10-13T20:18:03Z</dcterms:modified>
</cp:coreProperties>
</file>
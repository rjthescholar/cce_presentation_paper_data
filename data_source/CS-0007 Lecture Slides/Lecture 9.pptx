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9" r:id="rId2"/>
    <p:sldId id="258" r:id="rId3"/>
    <p:sldId id="259" r:id="rId4"/>
    <p:sldId id="260" r:id="rId5"/>
    <p:sldId id="261" r:id="rId6"/>
    <p:sldId id="271" r:id="rId7"/>
    <p:sldId id="273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54988-D9E6-42B9-A8DB-8E4CC8027EBC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F769D-7939-4716-AE33-948C0A97A4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011DD-87B5-4D74-95E1-21C7226089E4}" type="datetimeFigureOut">
              <a:rPr lang="en-US" smtClean="0"/>
              <a:pPr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E6FA-24B7-4B72-A7FD-850A8F3CA0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29,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Statements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English usage?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“If it will rain today, then I will bring my umbrella.”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Rain today would indicate that I have brought my umbrella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Cause and effect relationship: when a condition is met, a behavior is elicited.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Skeleton Statement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if(&lt;</a:t>
            </a:r>
            <a:r>
              <a:rPr lang="en-US" dirty="0" err="1" smtClean="0">
                <a:solidFill>
                  <a:schemeClr val="bg1"/>
                </a:solidFill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condition&gt;)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Boolean Condition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Must evaluate to true in order for the statements within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</a:rPr>
              <a:t>-block to execute.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Evaluating to false will skip the block.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/*	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checkWeather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returns true if it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 *	will rain today.*/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rainToday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checkWeather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rainToday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bringUmbrella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goToSchool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true, then print "has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		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how do I represent when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false?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Otherwise, 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false, then print "does not have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			have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// == false)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 a 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if(!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Still </a:t>
            </a:r>
            <a:r>
              <a:rPr lang="en-US" sz="4100" dirty="0" err="1" smtClean="0">
                <a:solidFill>
                  <a:schemeClr val="bg1"/>
                </a:solidFill>
                <a:cs typeface="Courier New" pitchFamily="49" charset="0"/>
              </a:rPr>
              <a:t>kinda</a:t>
            </a: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wordy…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many values can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have?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How many values can a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have?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Why do we even need to check for !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when we know if it is not true, it should do that portion of code?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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else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all else fails, execute everything inside this block.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</a:t>
            </a:r>
            <a:r>
              <a:rPr lang="en-US" dirty="0" err="1" smtClean="0">
                <a:solidFill>
                  <a:schemeClr val="bg1"/>
                </a:solidFill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expressions from the previous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dirty="0" smtClean="0">
                <a:solidFill>
                  <a:schemeClr val="bg1"/>
                </a:solidFill>
              </a:rPr>
              <a:t> blocks must all evaluate to false for this block to execute.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 the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example, because we know it can only hold two values, if it is not true, then it must be false.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 a 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STILL </a:t>
            </a:r>
            <a:r>
              <a:rPr lang="en-US" sz="4100" dirty="0" err="1" smtClean="0">
                <a:solidFill>
                  <a:schemeClr val="bg1"/>
                </a:solidFill>
                <a:cs typeface="Courier New" pitchFamily="49" charset="0"/>
              </a:rPr>
              <a:t>kinda</a:t>
            </a: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wordy…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Both lines use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"a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"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How can we use this to our advantage?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Why do we even want to do this?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Optimization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Eventually, we get down all of that code into something very short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Shorter code generally (in all the programming you will be doing) means a faster program and is easier to read</a:t>
            </a:r>
          </a:p>
          <a:p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</a:rPr>
              <a:t> statements take time to evaluate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If you had five million of them, your program would be painfully slow.  Reduce the number of if statements, if you can.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Reducing Common Code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en-US" sz="4100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This is overkill for this example, but may prove useful in later situations.  I can still make this even shorter.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?: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Simple choice operator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expression) ? true return : false return;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Only use this in very simple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</a:rPr>
              <a:t> cases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?: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?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Now we can get it all in one line!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Adding It 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'R'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19;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age: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age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		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?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+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Picture 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3324" y="381000"/>
            <a:ext cx="8217352" cy="4114800"/>
          </a:xfrm>
        </p:spPr>
      </p:pic>
      <p:sp>
        <p:nvSpPr>
          <p:cNvPr id="8" name="TextBox 7"/>
          <p:cNvSpPr txBox="1"/>
          <p:nvPr/>
        </p:nvSpPr>
        <p:spPr>
          <a:xfrm>
            <a:off x="457200" y="47244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Was it really worth it?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How messy was that code?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Trade-Offs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Readability vs. Length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Who even wants to read a four-line one-liner?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Instead you should somehow tell the programmer what you mean (also so you don't forget)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Remember the strange green thing at the end?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Comment Reminders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'R'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19;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age: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age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		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?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+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994565"/>
            <a:ext cx="2743200" cy="533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 recap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//always 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if(condition1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if(condition2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if(condition3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//if conditions 1…n were not satisfied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//always run this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Revisiting 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 works by curly brackets.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Curly brackets surround all newly declared information, keeping it hidden from code outside of the curly brackets.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1447800"/>
            <a:ext cx="7467600" cy="4800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00200" y="2209800"/>
            <a:ext cx="5943600" cy="3352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514600" y="2971800"/>
            <a:ext cx="41910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5000" y="16002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Confidential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438400" y="23622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Secret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743200" y="35814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Top Secret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8001000" cy="419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90600" y="1981200"/>
            <a:ext cx="3200400" cy="3124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752600" y="2743200"/>
            <a:ext cx="167640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8800" y="1295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public class </a:t>
            </a:r>
            <a:r>
              <a:rPr lang="en-US" sz="3200" dirty="0" err="1" smtClean="0"/>
              <a:t>ScopeExample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21336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public static void main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62000" y="29718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4724400" y="1981200"/>
            <a:ext cx="3200400" cy="3124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486400" y="2743200"/>
            <a:ext cx="1676400" cy="1981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67200" y="21336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public static void </a:t>
            </a:r>
            <a:r>
              <a:rPr lang="en-US" sz="2400" dirty="0" err="1" smtClean="0"/>
              <a:t>func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495800" y="2895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4" name="Rounded Rectangle 13"/>
          <p:cNvSpPr/>
          <p:nvPr/>
        </p:nvSpPr>
        <p:spPr>
          <a:xfrm>
            <a:off x="5867400" y="3505200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95800" y="3657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6" name="Rounded Rectangle 15"/>
          <p:cNvSpPr/>
          <p:nvPr/>
        </p:nvSpPr>
        <p:spPr>
          <a:xfrm>
            <a:off x="1752600" y="3886200"/>
            <a:ext cx="167640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2000" y="41148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else if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562600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Darker shades can see lighter shades, but not vice versa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 in Code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0, y is undefined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(x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y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15, y == 10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15, y is undefined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endParaRPr lang="en-US" sz="5800" dirty="0" smtClean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47800" y="3260784"/>
            <a:ext cx="3352800" cy="244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47800" y="5181600"/>
            <a:ext cx="3505200" cy="261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62200" y="4632384"/>
            <a:ext cx="2514600" cy="244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567</Words>
  <Application>Microsoft Office PowerPoint</Application>
  <PresentationFormat>On-screen Show (4:3)</PresentationFormat>
  <Paragraphs>196</Paragraphs>
  <Slides>25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CS 0007: Introduction to Java Lecture 9</vt:lpstr>
      <vt:lpstr>If Statements</vt:lpstr>
      <vt:lpstr>Skeleton Statement</vt:lpstr>
      <vt:lpstr>Boolean Condition</vt:lpstr>
      <vt:lpstr>Java Example</vt:lpstr>
      <vt:lpstr>if()</vt:lpstr>
      <vt:lpstr>else if()</vt:lpstr>
      <vt:lpstr>if()</vt:lpstr>
      <vt:lpstr>else if(!hasFacebook)</vt:lpstr>
      <vt:lpstr>else</vt:lpstr>
      <vt:lpstr>else</vt:lpstr>
      <vt:lpstr>System.out.println("has a Facebook");</vt:lpstr>
      <vt:lpstr>Optimization</vt:lpstr>
      <vt:lpstr>Reducing Common Code</vt:lpstr>
      <vt:lpstr>?:</vt:lpstr>
      <vt:lpstr>?:</vt:lpstr>
      <vt:lpstr>Adding It in</vt:lpstr>
      <vt:lpstr>Slide 18</vt:lpstr>
      <vt:lpstr>Trade-Offs</vt:lpstr>
      <vt:lpstr>Comment Reminders</vt:lpstr>
      <vt:lpstr>if() recap</vt:lpstr>
      <vt:lpstr>Revisiting Scope</vt:lpstr>
      <vt:lpstr>Scope</vt:lpstr>
      <vt:lpstr>Scope</vt:lpstr>
      <vt:lpstr>Scope in Code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9</dc:title>
  <dc:creator>Eleonor Rico</dc:creator>
  <cp:lastModifiedBy>Eleonor Rico</cp:lastModifiedBy>
  <cp:revision>5</cp:revision>
  <dcterms:created xsi:type="dcterms:W3CDTF">2016-09-28T18:22:57Z</dcterms:created>
  <dcterms:modified xsi:type="dcterms:W3CDTF">2016-10-03T21:36:52Z</dcterms:modified>
</cp:coreProperties>
</file>
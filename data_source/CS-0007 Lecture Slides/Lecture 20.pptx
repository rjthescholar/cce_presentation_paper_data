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3DE3E-5C33-4162-8D05-4AE0A34D1CC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6C3CF-3803-4B01-A4BD-990225F7831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</a:t>
            </a:r>
            <a:r>
              <a:rPr lang="en-US" dirty="0" smtClean="0">
                <a:solidFill>
                  <a:schemeClr val="bg1"/>
                </a:solidFill>
              </a:rPr>
              <a:t>20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November </a:t>
            </a:r>
            <a:r>
              <a:rPr lang="en-US" dirty="0" smtClean="0"/>
              <a:t>22, </a:t>
            </a:r>
            <a:r>
              <a:rPr lang="en-US" dirty="0" smtClean="0"/>
              <a:t>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Long Story Short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Scanner has a buffering quirk.  When scanning for a token (an item like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) that is not a line, the scanner reads up to the new line character, but does not consume it.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you call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solidFill>
                  <a:schemeClr val="bg1"/>
                </a:solidFill>
              </a:rPr>
              <a:t>, it sees the new line, assumes it is done reading, and returns an empty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Reminder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act of receiving input is called reading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Relevant classes that do reading are Readers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Re-examination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An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If we examine the API,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</a:t>
            </a:r>
            <a:r>
              <a:rPr lang="en-US" dirty="0" err="1" smtClean="0">
                <a:solidFill>
                  <a:schemeClr val="bg1"/>
                </a:solidFill>
                <a:cs typeface="Courier New" pitchFamily="49" charset="0"/>
              </a:rPr>
              <a:t>s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can only read bytes.  Not very helpful.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could we try?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InputStreamReader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Now we can read characters, but having to combine all the characters is difficult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don’t we use the suggestion from the API?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This thankfully allows us to read full lines of input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input needs to be processed depending on your needs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Let us first learn how to use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dirty="0" smtClean="0">
                <a:solidFill>
                  <a:schemeClr val="bg1"/>
                </a:solidFill>
              </a:rPr>
              <a:t> correctly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Exceptions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An </a:t>
            </a:r>
            <a:r>
              <a:rPr lang="en-US" dirty="0" smtClean="0">
                <a:solidFill>
                  <a:srgbClr val="FF0000"/>
                </a:solidFill>
              </a:rPr>
              <a:t>exception</a:t>
            </a:r>
            <a:r>
              <a:rPr lang="en-US" dirty="0" smtClean="0">
                <a:solidFill>
                  <a:schemeClr val="bg1"/>
                </a:solidFill>
              </a:rPr>
              <a:t> is an event meant to disrupt the flow of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 </a:t>
            </a:r>
            <a:r>
              <a:rPr lang="en-US" dirty="0" smtClean="0">
                <a:solidFill>
                  <a:srgbClr val="FF0000"/>
                </a:solidFill>
              </a:rPr>
              <a:t>throw</a:t>
            </a:r>
            <a:r>
              <a:rPr lang="en-US" dirty="0" smtClean="0">
                <a:solidFill>
                  <a:schemeClr val="bg1"/>
                </a:solidFill>
              </a:rPr>
              <a:t> an exception is to see an exception being raised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 </a:t>
            </a:r>
            <a:r>
              <a:rPr lang="en-US" dirty="0" smtClean="0">
                <a:solidFill>
                  <a:srgbClr val="FF0000"/>
                </a:solidFill>
              </a:rPr>
              <a:t>catch</a:t>
            </a:r>
            <a:r>
              <a:rPr lang="en-US" dirty="0" smtClean="0">
                <a:solidFill>
                  <a:schemeClr val="bg1"/>
                </a:solidFill>
              </a:rPr>
              <a:t> an exception is to acknowledge a thrown exception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probably have already encountered some while debugging your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will focus on two of three types, which are more common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Exception Types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Checked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Exceptions that need to have a contingency plan should the exception arise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These stop the compiler from running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Example: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IOException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Unchecked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Exceptions that tend to indicate the program has a flaw during its execution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These stop the program in the middle of execution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Example: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ArrayIndexOutOfBoundsException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Dealing with Exceptions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Checked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finally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Unchecked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Fix your program code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Keywords in Context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Everything inside the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dirty="0" smtClean="0">
                <a:solidFill>
                  <a:schemeClr val="bg1"/>
                </a:solidFill>
              </a:rPr>
              <a:t> block indicates the section of code that may throw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Inside the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dirty="0" smtClean="0">
                <a:solidFill>
                  <a:schemeClr val="bg1"/>
                </a:solidFill>
              </a:rPr>
              <a:t>’s parentheses is the expected exception to process, and the name given to it (usually ‘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dirty="0" smtClean="0">
                <a:solidFill>
                  <a:schemeClr val="bg1"/>
                </a:solidFill>
              </a:rPr>
              <a:t>’)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Inside the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dirty="0" smtClean="0">
                <a:solidFill>
                  <a:schemeClr val="bg1"/>
                </a:solidFill>
              </a:rPr>
              <a:t> block indicates the section of code that should be executed if the exception is caught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Some FAQ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How do I know when an exception is thrown?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Check the API for relevant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I know which exception is thrown?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Check the API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much code should I surround with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dirty="0" smtClean="0">
                <a:solidFill>
                  <a:schemeClr val="bg1"/>
                </a:solidFill>
              </a:rPr>
              <a:t>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Only as much as you need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Note that scope applies here as well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I catch multiple exceptions?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Yes, you can use several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dirty="0" smtClean="0">
                <a:solidFill>
                  <a:schemeClr val="bg1"/>
                </a:solidFill>
              </a:rPr>
              <a:t> blocks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We’ll see an example soon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BRExample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line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"Type something!"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reader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line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reader.readLine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reader.close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e.printStackTrace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(line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is what you wrote."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BRExample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Converting Strings into Useful Primitives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</a:t>
            </a:r>
            <a:r>
              <a:rPr lang="en-US" dirty="0" smtClean="0">
                <a:solidFill>
                  <a:schemeClr val="bg1"/>
                </a:solidFill>
              </a:rPr>
              <a:t> gave us useful methods like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solidFill>
                  <a:schemeClr val="bg1"/>
                </a:solidFill>
              </a:rPr>
              <a:t> 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solidFill>
                  <a:schemeClr val="bg1"/>
                </a:solidFill>
              </a:rPr>
              <a:t>.  We can do the same with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dirty="0" smtClean="0">
                <a:solidFill>
                  <a:schemeClr val="bg1"/>
                </a:solidFill>
              </a:rPr>
              <a:t>, but not directly.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need to take another trip to the API, specifically for the classes that back the primitives.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Let’s look at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Integer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Converter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convertToInt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(String line)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Integer.parseInt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(line);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NumberFormatException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//??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Converter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458200" cy="59436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BRExample2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"Type an integer!"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reader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String line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reader.readLine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Converter.convertToInt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reader.close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e.printStackTrace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+ 1 =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(inputNum+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BRExample2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Note about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Integer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Integer</a:t>
            </a:r>
            <a:r>
              <a:rPr lang="en-US" dirty="0" smtClean="0">
                <a:solidFill>
                  <a:schemeClr val="bg1"/>
                </a:solidFill>
              </a:rPr>
              <a:t> is a wrapper class around the primitive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All primitives have wrapper classes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Consult the API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File </a:t>
            </a:r>
            <a:r>
              <a:rPr lang="en-US" dirty="0" err="1" smtClean="0">
                <a:solidFill>
                  <a:schemeClr val="bg1"/>
                </a:solidFill>
              </a:rPr>
              <a:t>Input/Output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Files are the biggest way we interact with computer data.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Your Word documents, your game save files, your Java source code, all of them are stored as files.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want to read them too!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Let’s check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dirty="0" err="1" smtClean="0">
                <a:solidFill>
                  <a:schemeClr val="bg1"/>
                </a:solidFill>
              </a:rPr>
              <a:t>’s</a:t>
            </a:r>
            <a:r>
              <a:rPr lang="en-US" dirty="0" smtClean="0">
                <a:solidFill>
                  <a:schemeClr val="bg1"/>
                </a:solidFill>
              </a:rPr>
              <a:t> API for any clues.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File </a:t>
            </a:r>
            <a:r>
              <a:rPr lang="en-US" dirty="0" err="1" smtClean="0">
                <a:solidFill>
                  <a:schemeClr val="bg1"/>
                </a:solidFill>
              </a:rPr>
              <a:t>Input/Output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Files are the biggest way we interact with computer data.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Your Word documents, your game save files, your Java source code, all of them are stored as files.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want to read them too!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Let’s check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dirty="0" err="1" smtClean="0">
                <a:solidFill>
                  <a:schemeClr val="bg1"/>
                </a:solidFill>
              </a:rPr>
              <a:t>’s</a:t>
            </a:r>
            <a:r>
              <a:rPr lang="en-US" dirty="0" smtClean="0">
                <a:solidFill>
                  <a:schemeClr val="bg1"/>
                </a:solidFill>
              </a:rPr>
              <a:t> API for any clues.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458200" cy="62484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java.io.FileNotFoundException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BRWithFiles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-1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"Type an integer!"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reader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FileReader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"test.txt"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String line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reader.readLine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Converter.convertToInt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reader.close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FileNotFoundException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System.err.println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"The file was not found"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e.printStackTrace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"The number in the file was: "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BRWithFiles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Writers and Writing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act of </a:t>
            </a:r>
            <a:r>
              <a:rPr lang="en-US" dirty="0" smtClean="0">
                <a:solidFill>
                  <a:schemeClr val="bg1"/>
                </a:solidFill>
              </a:rPr>
              <a:t>providing output is </a:t>
            </a:r>
            <a:r>
              <a:rPr lang="en-US" dirty="0" smtClean="0">
                <a:solidFill>
                  <a:schemeClr val="bg1"/>
                </a:solidFill>
              </a:rPr>
              <a:t>called </a:t>
            </a:r>
            <a:r>
              <a:rPr lang="en-US" dirty="0" smtClean="0">
                <a:solidFill>
                  <a:schemeClr val="bg1"/>
                </a:solidFill>
              </a:rPr>
              <a:t>writing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Relevant classes that do </a:t>
            </a:r>
            <a:r>
              <a:rPr lang="en-US" dirty="0" smtClean="0">
                <a:solidFill>
                  <a:schemeClr val="bg1"/>
                </a:solidFill>
              </a:rPr>
              <a:t>writing are Writers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I write to a File?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458200" cy="62484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InputAndOutput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getInput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(String prompt)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(prompt);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String input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reader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input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reader.readLine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reader.close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e.printStackTrace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input;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getInput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(String)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InputAndOutput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458200" cy="64008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InputAndOutput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writeOutput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(String lines, String filename)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FileWriter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writer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FileWriter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(filename);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writer.write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(lines);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writer.flush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writer.close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e.printStackTrace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writeOutput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String,String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InputAndOutput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458200" cy="59436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InputAndOutput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 filename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getInput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"What</a:t>
            </a:r>
            <a:b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			file would you like to</a:t>
            </a:r>
            <a:b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			create?"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toStore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getInput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"What</a:t>
            </a:r>
            <a:b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			would you like to store in</a:t>
            </a:r>
            <a:b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			the file?"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writeOutput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filename,toStore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InputAndOutput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720</Words>
  <Application>Microsoft Office PowerPoint</Application>
  <PresentationFormat>On-screen Show (4:3)</PresentationFormat>
  <Paragraphs>233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CS 0007: Introduction to Java Lecture 20</vt:lpstr>
      <vt:lpstr>Long Story Short</vt:lpstr>
      <vt:lpstr>A Reminder</vt:lpstr>
      <vt:lpstr>A Re-examination</vt:lpstr>
      <vt:lpstr>InputStreamReader</vt:lpstr>
      <vt:lpstr>BufferedReader</vt:lpstr>
      <vt:lpstr>Exceptions</vt:lpstr>
      <vt:lpstr>Exception Types</vt:lpstr>
      <vt:lpstr>Dealing with Exceptions</vt:lpstr>
      <vt:lpstr>Keywords in Context</vt:lpstr>
      <vt:lpstr>Some FAQ</vt:lpstr>
      <vt:lpstr>Example</vt:lpstr>
      <vt:lpstr>Converting Strings into Useful Primitives</vt:lpstr>
      <vt:lpstr>Example</vt:lpstr>
      <vt:lpstr>Example</vt:lpstr>
      <vt:lpstr>A Note about Integer</vt:lpstr>
      <vt:lpstr>File Input/Output</vt:lpstr>
      <vt:lpstr>File Input/Output</vt:lpstr>
      <vt:lpstr>Slide 19</vt:lpstr>
      <vt:lpstr>Writers and Writing</vt:lpstr>
      <vt:lpstr>Slide 21</vt:lpstr>
      <vt:lpstr>Slide 22</vt:lpstr>
      <vt:lpstr>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19</dc:title>
  <dc:creator>Eleonor Rico</dc:creator>
  <cp:lastModifiedBy>Eleonor Rico</cp:lastModifiedBy>
  <cp:revision>19</cp:revision>
  <dcterms:created xsi:type="dcterms:W3CDTF">2016-11-21T19:25:53Z</dcterms:created>
  <dcterms:modified xsi:type="dcterms:W3CDTF">2016-11-21T22:24:50Z</dcterms:modified>
</cp:coreProperties>
</file>
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FED17-B055-4D02-8359-A54607ACCCD9}" type="datetimeFigureOut">
              <a:rPr lang="en-US" smtClean="0"/>
              <a:pPr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7922B-2CD0-46E0-8E2A-9D3A6BD6F6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smtClean="0"/>
              <a:t>November 1,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Portions of 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Determining inter-class relationships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Subclasses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Superclasses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There are several parts of a class, much like there are several parts of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Properties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Class-level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Methods (originally functions)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Special: Constructor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Properties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Inherent things (objects/primitives) describing the class or instance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Placed within the class, but outside any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constants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Declared and assigned outside any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Instance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Declared by each object construction, which allows them to contain different values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Constants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refers to limits or specific values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Signified in ALL_CAPS_WITH_UNDERSCORES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Variable cannot be changed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visible to anyone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>
              <a:buNone/>
            </a:pP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final double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PI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3.14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sz="26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radius = 5;</a:t>
            </a:r>
          </a:p>
          <a:p>
            <a:pPr>
              <a:buNone/>
            </a:pP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area = </a:t>
            </a:r>
            <a:r>
              <a:rPr lang="en-US" sz="2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Math.</a:t>
            </a:r>
            <a:r>
              <a:rPr lang="en-US" sz="2600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PI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*radius*radius;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Non-Constants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performs bookkeeping (e.g. how many objects did you instantiate?)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Usually visible only to the class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keyword)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Instance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that are object instance dependent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cars have a color, but not all cars are 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Possibly constant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Must be assigned at construction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Cannot change value for the lifetime of the object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to Determine?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Depends on your needs and requirements of the scenario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good rule of thumb: Restrict everything as much as possible.  If a variable does not need to change, make it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to prevent possible accidents.  If a variable does not need to be directly visible to everyone, make it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Functions that alter the object or operate using the properties of the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allows further control over how the object should be used, essentially providing guidelines to programmers on correct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Three main types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Special: Constructor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Essentially a method initializing the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Calling this special method requires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have seen this before!!!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how do I make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Visibility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strike="sngStrike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trike="sngStrike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trike="sngStrike" dirty="0" smtClean="0">
                <a:solidFill>
                  <a:schemeClr val="bg1"/>
                </a:solidFill>
              </a:rPr>
              <a:t>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trike="sngStrike" dirty="0" err="1" smtClean="0">
                <a:solidFill>
                  <a:schemeClr val="bg1"/>
                </a:solidFill>
              </a:rPr>
              <a:t>functionName</a:t>
            </a:r>
            <a:r>
              <a:rPr lang="en-US" dirty="0" smtClean="0">
                <a:solidFill>
                  <a:schemeClr val="bg1"/>
                </a:solidFill>
              </a:rPr>
              <a:t> Same name as the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strike="sngStrike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strike="sngStrike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strike="sngStrike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strike="sngStrike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Header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Body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//initialize instance variables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Instance Variable Manipulation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To reference non-static object-dependent variables, use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followed by the dot operator.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 keyword can distinguish these object-dependent variables and parameters.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It can be used regularly, with no need to declare them.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Control Question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Should we allow the function caller (e.g. random user) to make the car’s ID number?  Probably not.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want the ID number to be unique.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Simple solution: just count up by one every time a new car is made.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do this via a class-level variable.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Because </a:t>
            </a:r>
            <a:r>
              <a:rPr lang="en-US" dirty="0" err="1" smtClean="0">
                <a:solidFill>
                  <a:schemeClr val="bg1"/>
                </a:solidFill>
              </a:rPr>
              <a:t>nextIDNum</a:t>
            </a:r>
            <a:r>
              <a:rPr lang="en-US" dirty="0" smtClean="0">
                <a:solidFill>
                  <a:schemeClr val="bg1"/>
                </a:solidFill>
              </a:rPr>
              <a:t> is static, and was initialized to 0, the first car has an ID number of 0.  Then the static value is increased by 1.  The next time we construct a new car, its ID number will be 1.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 Overloading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Remember function overloading?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can apply to constructors as well!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Overloading 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//default color is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Color.RED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Color.RED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4114800"/>
            <a:ext cx="3276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Referencing other constructors can be done with the keyword </a:t>
            </a:r>
            <a:r>
              <a:rPr lang="en-US" sz="3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endParaRPr lang="en-US" sz="3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>
          <a:xfrm flipH="1" flipV="1">
            <a:off x="4267200" y="4953000"/>
            <a:ext cx="914400" cy="19285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Overloading 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 you will call another constructor, then that is the only line of code that can be present in the constructor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Functional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The most common functions are </a:t>
            </a:r>
            <a:r>
              <a:rPr lang="en-US" dirty="0" smtClean="0">
                <a:solidFill>
                  <a:srgbClr val="FF0000"/>
                </a:solidFill>
              </a:rPr>
              <a:t>getters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smtClean="0">
                <a:solidFill>
                  <a:srgbClr val="FF0000"/>
                </a:solidFill>
              </a:rPr>
              <a:t>setters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Getters retrieve the values of instance variables and return them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Setters alter the values of the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use these functions rather than setting the variable to be public?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Control!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setColor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Bother?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Having these methods ensure you have full control over the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Should you decide to change how the variable is accessed or altered, you only need to change the method.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only add them when you need them!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A class needs these components: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Class-level/Instance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Constructor(s)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721</Words>
  <Application>Microsoft Office PowerPoint</Application>
  <PresentationFormat>On-screen Show (4:3)</PresentationFormat>
  <Paragraphs>219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CS 0007: Introduction to Java Lecture 15</vt:lpstr>
      <vt:lpstr>Main Portions of OOP</vt:lpstr>
      <vt:lpstr>Building Classes</vt:lpstr>
      <vt:lpstr>Properties</vt:lpstr>
      <vt:lpstr>Class-level Variables</vt:lpstr>
      <vt:lpstr>Class-level Variables</vt:lpstr>
      <vt:lpstr>Instance Variables</vt:lpstr>
      <vt:lpstr>Example</vt:lpstr>
      <vt:lpstr>How to Determine?</vt:lpstr>
      <vt:lpstr>Methods</vt:lpstr>
      <vt:lpstr>Constructors</vt:lpstr>
      <vt:lpstr>Constructor</vt:lpstr>
      <vt:lpstr>Car Example</vt:lpstr>
      <vt:lpstr>Instance Variable Manipulation</vt:lpstr>
      <vt:lpstr>Car Example</vt:lpstr>
      <vt:lpstr>Control Question</vt:lpstr>
      <vt:lpstr>Car Example</vt:lpstr>
      <vt:lpstr>Car Example</vt:lpstr>
      <vt:lpstr>Method Overloading</vt:lpstr>
      <vt:lpstr>Overloading Constructors</vt:lpstr>
      <vt:lpstr>Overloading Constructors</vt:lpstr>
      <vt:lpstr>Functional Functions</vt:lpstr>
      <vt:lpstr>Car Example</vt:lpstr>
      <vt:lpstr>Car Example</vt:lpstr>
      <vt:lpstr>Why Bother?</vt:lpstr>
      <vt:lpstr>Recap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ongnathan</dc:creator>
  <cp:lastModifiedBy>Eleonor Rico</cp:lastModifiedBy>
  <cp:revision>7</cp:revision>
  <dcterms:created xsi:type="dcterms:W3CDTF">2016-10-31T23:36:05Z</dcterms:created>
  <dcterms:modified xsi:type="dcterms:W3CDTF">2016-11-01T18:52:54Z</dcterms:modified>
</cp:coreProperties>
</file>
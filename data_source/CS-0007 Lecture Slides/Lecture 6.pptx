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397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903D5-C2BB-400C-BC25-FF64E5AB228F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99B61-8F2C-4B99-AB0B-F739E484D6A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https://upload.wikimedia.org/wikipedia/en/thumb/2/27/AScannerDarkly%281stEd%29.jpg/200px-AScannerDarkly%281stEd%29.jpg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calling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ClassName.staticFunction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is only necessary when the function being called is in another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CD40D-DC84-4078-879C-6ECA7695DBCB}" type="datetimeFigureOut">
              <a:rPr lang="en-US" smtClean="0"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EF136-5764-4BB9-BC65-EAA1727ABDC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</a:t>
            </a:r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smtClean="0"/>
              <a:t>September </a:t>
            </a:r>
            <a:r>
              <a:rPr lang="en-US" smtClean="0"/>
              <a:t>20</a:t>
            </a:r>
            <a:r>
              <a:rPr lang="en-US" smtClean="0"/>
              <a:t>, </a:t>
            </a:r>
            <a:r>
              <a:rPr lang="en-US" dirty="0" smtClean="0"/>
              <a:t>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Even more API for your first Object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https://upload.wikimedia.org/wikipedia/en/thumb/2/27/AScannerDarkly%281stEd%29.jpg/200px-AScannerDarkly%281stEd%2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2000" y="1888331"/>
            <a:ext cx="2540000" cy="3949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Scanner?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Retrieves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take input from a file, an input stream (console, network, etc.), or from a String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read all primitives (except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</a:rPr>
              <a:t>s), and can read Strings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 smtClean="0">
                <a:solidFill>
                  <a:srgbClr val="FF0000"/>
                </a:solidFill>
              </a:rPr>
              <a:t>object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Declaring Objects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5"/>
          <p:cNvSpPr txBox="1">
            <a:spLocks/>
          </p:cNvSpPr>
          <p:nvPr/>
        </p:nvSpPr>
        <p:spPr>
          <a:xfrm>
            <a:off x="457200" y="2667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Type name = expression;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457200" y="2667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Scanner name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= 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new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Scanner();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itchFamily="49" charset="0"/>
              <a:ea typeface="+mj-ea"/>
              <a:cs typeface="Courier New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781800" y="3581400"/>
            <a:ext cx="1143000" cy="9144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81600" y="4572000"/>
            <a:ext cx="3353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We will fill this in with something,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but what exactly goes here?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Declaring Objects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Any declaration of objects requires the keyword “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dirty="0" smtClean="0">
                <a:solidFill>
                  <a:schemeClr val="bg1"/>
                </a:solidFill>
              </a:rPr>
              <a:t>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method that follows the keyword are called </a:t>
            </a:r>
            <a:r>
              <a:rPr lang="en-US" dirty="0" smtClean="0">
                <a:solidFill>
                  <a:srgbClr val="FF0000"/>
                </a:solidFill>
              </a:rPr>
              <a:t>constructors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can I look for them?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Special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The standard way to retrieve input (via the console)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 “special” variable.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Is this static or non-static?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457200" y="2667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Scanner </a:t>
            </a:r>
            <a:r>
              <a:rPr kumimoji="0" lang="en-US" sz="3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consoleInput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= </a:t>
            </a:r>
            <a:b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</a:b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		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new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Scanner(</a:t>
            </a:r>
            <a:r>
              <a:rPr kumimoji="0" lang="en-US" sz="3600" b="1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System.in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);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itchFamily="49" charset="0"/>
              <a:ea typeface="+mj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I do with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have a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</a:t>
            </a:r>
            <a:r>
              <a:rPr lang="en-US" dirty="0" smtClean="0">
                <a:solidFill>
                  <a:schemeClr val="bg1"/>
                </a:solidFill>
              </a:rPr>
              <a:t> that can read input from the user via the console.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I actually use it?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Scanner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Scanner scan = 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second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("The sum of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" and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" equals " + sum);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18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7800" y="2971800"/>
            <a:ext cx="5257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Scanner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Scanner scan = 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second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("The sum of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" and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" equals " + sum);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18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7800" y="3657600"/>
            <a:ext cx="4953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Scanner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Scanner scan = 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second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("The sum of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" and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" equals " + sum);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18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29109" y="4295955"/>
            <a:ext cx="5124091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Let’s Compile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Import Erro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0270" y="1600200"/>
            <a:ext cx="6263459" cy="4525963"/>
          </a:xfrm>
        </p:spPr>
      </p:pic>
      <p:sp>
        <p:nvSpPr>
          <p:cNvPr id="7" name="TextBox 6"/>
          <p:cNvSpPr txBox="1"/>
          <p:nvPr/>
        </p:nvSpPr>
        <p:spPr>
          <a:xfrm>
            <a:off x="4191000" y="4267200"/>
            <a:ext cx="259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/>
                </a:solidFill>
              </a:rPr>
              <a:t>???</a:t>
            </a:r>
            <a:endParaRPr lang="en-US" sz="9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Error?!?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“Cannot find symbol”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indicates that the name does not refer to anything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Based on the console output, “Scanner” does not 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Is there a way to figure out why?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From the API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api head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43265" y="2239963"/>
            <a:ext cx="7057470" cy="3246438"/>
          </a:xfrm>
        </p:spPr>
      </p:pic>
      <p:sp>
        <p:nvSpPr>
          <p:cNvPr id="5" name="Rectangle 4"/>
          <p:cNvSpPr/>
          <p:nvPr/>
        </p:nvSpPr>
        <p:spPr>
          <a:xfrm>
            <a:off x="1066800" y="2286000"/>
            <a:ext cx="1295400" cy="3048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76400" y="4038600"/>
            <a:ext cx="2514600" cy="3048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Error?!?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Rather than being a part of “</a:t>
            </a:r>
            <a:r>
              <a:rPr lang="en-US" dirty="0" err="1" smtClean="0">
                <a:solidFill>
                  <a:schemeClr val="bg1"/>
                </a:solidFill>
              </a:rPr>
              <a:t>java.lang</a:t>
            </a:r>
            <a:r>
              <a:rPr lang="en-US" dirty="0" smtClean="0">
                <a:solidFill>
                  <a:schemeClr val="bg1"/>
                </a:solidFill>
              </a:rPr>
              <a:t>,” which is already included by default, it is part of a different </a:t>
            </a:r>
            <a:r>
              <a:rPr lang="en-US" dirty="0" smtClean="0">
                <a:solidFill>
                  <a:srgbClr val="FF0000"/>
                </a:solidFill>
              </a:rPr>
              <a:t>package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 order to include Scanner, we need to do an </a:t>
            </a:r>
            <a:r>
              <a:rPr lang="en-US" dirty="0" smtClean="0">
                <a:solidFill>
                  <a:srgbClr val="FF0000"/>
                </a:solidFill>
              </a:rPr>
              <a:t>import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java.util.Scanner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Scanner scan = 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("Please enter a second number:");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("The sum of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" and "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" equals " + sum);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18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609600"/>
            <a:ext cx="3429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Don’t Forget to Import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Scanner exampl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0270" y="1600200"/>
            <a:ext cx="6263459" cy="4525963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function</a:t>
            </a:r>
            <a:r>
              <a:rPr lang="en-US" dirty="0" smtClean="0">
                <a:solidFill>
                  <a:schemeClr val="bg1"/>
                </a:solidFill>
              </a:rPr>
              <a:t> is similar to its mathematical counterpart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f(x) = x</a:t>
            </a:r>
            <a:r>
              <a:rPr lang="en-US" baseline="30000" dirty="0" smtClean="0">
                <a:solidFill>
                  <a:schemeClr val="bg1"/>
                </a:solidFill>
              </a:rPr>
              <a:t>2</a:t>
            </a:r>
            <a:r>
              <a:rPr lang="en-US" dirty="0" smtClean="0">
                <a:solidFill>
                  <a:schemeClr val="bg1"/>
                </a:solidFill>
              </a:rPr>
              <a:t>, plug in 3, get 9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Contains several more parts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Takes in zero or more </a:t>
            </a:r>
            <a:r>
              <a:rPr lang="en-US" dirty="0" smtClean="0">
                <a:solidFill>
                  <a:srgbClr val="FF0000"/>
                </a:solidFill>
              </a:rPr>
              <a:t>parameters</a:t>
            </a:r>
            <a:r>
              <a:rPr lang="en-US" dirty="0" smtClean="0">
                <a:solidFill>
                  <a:schemeClr val="bg1"/>
                </a:solidFill>
              </a:rPr>
              <a:t>, processes them in the </a:t>
            </a:r>
            <a:r>
              <a:rPr lang="en-US" dirty="0" smtClean="0">
                <a:solidFill>
                  <a:srgbClr val="FF0000"/>
                </a:solidFill>
              </a:rPr>
              <a:t>function body</a:t>
            </a:r>
            <a:r>
              <a:rPr lang="en-US" dirty="0" smtClean="0">
                <a:solidFill>
                  <a:schemeClr val="bg1"/>
                </a:solidFill>
              </a:rPr>
              <a:t>, and </a:t>
            </a:r>
            <a:r>
              <a:rPr lang="en-US" dirty="0" smtClean="0">
                <a:solidFill>
                  <a:srgbClr val="FF0000"/>
                </a:solidFill>
              </a:rPr>
              <a:t>returns</a:t>
            </a:r>
            <a:r>
              <a:rPr lang="en-US" dirty="0" smtClean="0">
                <a:solidFill>
                  <a:schemeClr val="bg1"/>
                </a:solidFill>
              </a:rPr>
              <a:t> a result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Imagine going to </a:t>
            </a:r>
            <a:r>
              <a:rPr lang="en-US" dirty="0" err="1" smtClean="0">
                <a:solidFill>
                  <a:schemeClr val="bg1"/>
                </a:solidFill>
              </a:rPr>
              <a:t>BestBuy</a:t>
            </a:r>
            <a:r>
              <a:rPr lang="en-US" baseline="30000" dirty="0" err="1" smtClean="0">
                <a:solidFill>
                  <a:schemeClr val="bg1"/>
                </a:solidFill>
              </a:rPr>
              <a:t>TM</a:t>
            </a:r>
            <a:r>
              <a:rPr lang="en-US" dirty="0" smtClean="0">
                <a:solidFill>
                  <a:schemeClr val="bg1"/>
                </a:solidFill>
              </a:rPr>
              <a:t> and telling them you want your computer fixed.  You are telling them to run a fixing function, with your computer being a parameter.  What you get back is your fixed computer.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Already Have the Power!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already know how to </a:t>
            </a:r>
            <a:r>
              <a:rPr lang="en-US" dirty="0" smtClean="0">
                <a:solidFill>
                  <a:srgbClr val="FF0000"/>
                </a:solidFill>
              </a:rPr>
              <a:t>call</a:t>
            </a:r>
            <a:r>
              <a:rPr lang="en-US" dirty="0" smtClean="0">
                <a:solidFill>
                  <a:schemeClr val="bg1"/>
                </a:solidFill>
              </a:rPr>
              <a:t> functions!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Static: 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</a:rPr>
              <a:t>ClassName.functionName</a:t>
            </a:r>
            <a:r>
              <a:rPr lang="en-US" dirty="0" smtClean="0">
                <a:solidFill>
                  <a:schemeClr val="bg1"/>
                </a:solidFill>
              </a:rPr>
              <a:t>(&lt;parameters&gt;);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Non-static: </a:t>
            </a:r>
            <a:r>
              <a:rPr lang="en-US" dirty="0" err="1" smtClean="0">
                <a:solidFill>
                  <a:schemeClr val="bg1"/>
                </a:solidFill>
              </a:rPr>
              <a:t>objectName.functionName</a:t>
            </a:r>
            <a:r>
              <a:rPr lang="en-US" dirty="0" smtClean="0">
                <a:solidFill>
                  <a:schemeClr val="bg1"/>
                </a:solidFill>
              </a:rPr>
              <a:t>(&lt;parameters&gt;);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 do I make my own?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Components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7724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cs typeface="Courier New" pitchFamily="49" charset="0"/>
              </a:rPr>
              <a:t>Visibility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type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functionName</a:t>
            </a:r>
            <a:endParaRPr lang="en-US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Parameters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Type1 parameterName1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Type2 parameterName2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Curly Brackets/Braces “{}”</a:t>
            </a:r>
          </a:p>
          <a:p>
            <a:pPr marL="914400" lvl="1" indent="-514350"/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 value</a:t>
            </a:r>
            <a:endParaRPr lang="en-US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ight Brace 3"/>
          <p:cNvSpPr/>
          <p:nvPr/>
        </p:nvSpPr>
        <p:spPr>
          <a:xfrm flipH="1">
            <a:off x="1066800" y="1600200"/>
            <a:ext cx="609600" cy="35052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751" y="28956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Header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flipH="1">
            <a:off x="1066800" y="5105400"/>
            <a:ext cx="609600" cy="7620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751" y="50292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Body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On-screen Show (4:3)</PresentationFormat>
  <Paragraphs>137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CS 0007: Introduction to Java Lecture 6</vt:lpstr>
      <vt:lpstr>Scanners</vt:lpstr>
      <vt:lpstr>Scanner</vt:lpstr>
      <vt:lpstr>What is a Scanner?</vt:lpstr>
      <vt:lpstr>Declaring Objects</vt:lpstr>
      <vt:lpstr>Slide 6</vt:lpstr>
      <vt:lpstr>Declaring Objects</vt:lpstr>
      <vt:lpstr>A Special InputStream</vt:lpstr>
      <vt:lpstr>Slide 9</vt:lpstr>
      <vt:lpstr>What can I do with it?</vt:lpstr>
      <vt:lpstr>Using Scanner</vt:lpstr>
      <vt:lpstr>Using Scanner</vt:lpstr>
      <vt:lpstr>Using Scanner</vt:lpstr>
      <vt:lpstr>Let’s Compile</vt:lpstr>
      <vt:lpstr>Error?!?</vt:lpstr>
      <vt:lpstr>From the API</vt:lpstr>
      <vt:lpstr>Error?!?</vt:lpstr>
      <vt:lpstr>Slide 18</vt:lpstr>
      <vt:lpstr>Don’t Forget to Import</vt:lpstr>
      <vt:lpstr>Functions</vt:lpstr>
      <vt:lpstr>Functions</vt:lpstr>
      <vt:lpstr>Java Functions</vt:lpstr>
      <vt:lpstr>You Already Have the Power!</vt:lpstr>
      <vt:lpstr>Function Components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6</dc:title>
  <dc:creator>Eleonor Rico</dc:creator>
  <cp:lastModifiedBy>Eleonor Rico</cp:lastModifiedBy>
  <cp:revision>1</cp:revision>
  <dcterms:created xsi:type="dcterms:W3CDTF">2016-09-19T17:44:58Z</dcterms:created>
  <dcterms:modified xsi:type="dcterms:W3CDTF">2016-09-19T17:45:53Z</dcterms:modified>
</cp:coreProperties>
</file>
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4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notesSlides/notesSlide5.xml" ContentType="application/vnd.openxmlformats-officedocument.presentationml.notesSlide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notesSlides/notesSlide8.xml" ContentType="application/vnd.openxmlformats-officedocument.presentationml.notesSlide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notesSlides/notesSlide9.xml" ContentType="application/vnd.openxmlformats-officedocument.presentationml.notesSlide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notesSlides/notesSlide10.xml" ContentType="application/vnd.openxmlformats-officedocument.presentationml.notesSlide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notesSlides/notesSlide11.xml" ContentType="application/vnd.openxmlformats-officedocument.presentationml.notesSlide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notesSlides/notesSlide18.xml" ContentType="application/vnd.openxmlformats-officedocument.presentationml.notesSlide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notesSlides/notesSlide19.xml" ContentType="application/vnd.openxmlformats-officedocument.presentationml.notesSlide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notesSlides/notesSlide20.xml" ContentType="application/vnd.openxmlformats-officedocument.presentationml.notesSlide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notesSlides/notesSlide21.xml" ContentType="application/vnd.openxmlformats-officedocument.presentationml.notesSlide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tags/tag129.xml" ContentType="application/vnd.openxmlformats-officedocument.presentationml.tags+xml"/>
  <Override PartName="/ppt/notesSlides/notesSlide28.xml" ContentType="application/vnd.openxmlformats-officedocument.presentationml.notesSlide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notesSlides/notesSlide29.xml" ContentType="application/vnd.openxmlformats-officedocument.presentationml.notesSlide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notesSlides/notesSlide30.xml" ContentType="application/vnd.openxmlformats-officedocument.presentationml.notesSlide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notesSlides/notesSlide31.xml" ContentType="application/vnd.openxmlformats-officedocument.presentationml.notesSlide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notesSlides/notesSlide32.xml" ContentType="application/vnd.openxmlformats-officedocument.presentationml.notesSlide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notesSlides/notesSlide33.xml" ContentType="application/vnd.openxmlformats-officedocument.presentationml.notesSlide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notesSlides/notesSlide34.xml" ContentType="application/vnd.openxmlformats-officedocument.presentationml.notesSlide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notesSlides/notesSlide35.xml" ContentType="application/vnd.openxmlformats-officedocument.presentationml.notesSlide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notesSlides/notesSlide36.xml" ContentType="application/vnd.openxmlformats-officedocument.presentationml.notesSlide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notesSlides/notesSlide3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6" r:id="rId1"/>
  </p:sldMasterIdLst>
  <p:notesMasterIdLst>
    <p:notesMasterId r:id="rId40"/>
  </p:notesMasterIdLst>
  <p:handoutMasterIdLst>
    <p:handoutMasterId r:id="rId41"/>
  </p:handoutMasterIdLst>
  <p:sldIdLst>
    <p:sldId id="256" r:id="rId2"/>
    <p:sldId id="873" r:id="rId3"/>
    <p:sldId id="945" r:id="rId4"/>
    <p:sldId id="838" r:id="rId5"/>
    <p:sldId id="866" r:id="rId6"/>
    <p:sldId id="864" r:id="rId7"/>
    <p:sldId id="1069" r:id="rId8"/>
    <p:sldId id="1070" r:id="rId9"/>
    <p:sldId id="835" r:id="rId10"/>
    <p:sldId id="834" r:id="rId11"/>
    <p:sldId id="811" r:id="rId12"/>
    <p:sldId id="830" r:id="rId13"/>
    <p:sldId id="841" r:id="rId14"/>
    <p:sldId id="957" r:id="rId15"/>
    <p:sldId id="1071" r:id="rId16"/>
    <p:sldId id="958" r:id="rId17"/>
    <p:sldId id="1072" r:id="rId18"/>
    <p:sldId id="1074" r:id="rId19"/>
    <p:sldId id="848" r:id="rId20"/>
    <p:sldId id="849" r:id="rId21"/>
    <p:sldId id="876" r:id="rId22"/>
    <p:sldId id="851" r:id="rId23"/>
    <p:sldId id="867" r:id="rId24"/>
    <p:sldId id="1089" r:id="rId25"/>
    <p:sldId id="1084" r:id="rId26"/>
    <p:sldId id="1092" r:id="rId27"/>
    <p:sldId id="1088" r:id="rId28"/>
    <p:sldId id="1083" r:id="rId29"/>
    <p:sldId id="877" r:id="rId30"/>
    <p:sldId id="1094" r:id="rId31"/>
    <p:sldId id="1095" r:id="rId32"/>
    <p:sldId id="1096" r:id="rId33"/>
    <p:sldId id="1097" r:id="rId34"/>
    <p:sldId id="1098" r:id="rId35"/>
    <p:sldId id="861" r:id="rId36"/>
    <p:sldId id="862" r:id="rId37"/>
    <p:sldId id="863" r:id="rId38"/>
    <p:sldId id="865" r:id="rId39"/>
  </p:sldIdLst>
  <p:sldSz cx="12192000" cy="6858000"/>
  <p:notesSz cx="7313613" cy="9599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8CE051-A1F5-C54A-87DE-1F4F56554508}" v="11" dt="2021-03-03T19:35:16.6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326"/>
    <p:restoredTop sz="85064"/>
  </p:normalViewPr>
  <p:slideViewPr>
    <p:cSldViewPr>
      <p:cViewPr>
        <p:scale>
          <a:sx n="100" d="100"/>
          <a:sy n="100" d="100"/>
        </p:scale>
        <p:origin x="2048" y="86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rucci, Vinicius Tavares" userId="0f008dc3-483e-4536-a03d-38dcd594c429" providerId="ADAL" clId="{718CE051-A1F5-C54A-87DE-1F4F56554508}"/>
    <pc:docChg chg="modSld">
      <pc:chgData name="Petrucci, Vinicius Tavares" userId="0f008dc3-483e-4536-a03d-38dcd594c429" providerId="ADAL" clId="{718CE051-A1F5-C54A-87DE-1F4F56554508}" dt="2021-03-03T19:35:16.698" v="10" actId="20577"/>
      <pc:docMkLst>
        <pc:docMk/>
      </pc:docMkLst>
      <pc:sldChg chg="modSp modAnim">
        <pc:chgData name="Petrucci, Vinicius Tavares" userId="0f008dc3-483e-4536-a03d-38dcd594c429" providerId="ADAL" clId="{718CE051-A1F5-C54A-87DE-1F4F56554508}" dt="2021-03-03T19:35:16.698" v="10" actId="20577"/>
        <pc:sldMkLst>
          <pc:docMk/>
          <pc:sldMk cId="3711209851" sldId="1092"/>
        </pc:sldMkLst>
        <pc:spChg chg="mod">
          <ac:chgData name="Petrucci, Vinicius Tavares" userId="0f008dc3-483e-4536-a03d-38dcd594c429" providerId="ADAL" clId="{718CE051-A1F5-C54A-87DE-1F4F56554508}" dt="2021-03-03T19:35:09.021" v="6" actId="6549"/>
          <ac:spMkLst>
            <pc:docMk/>
            <pc:sldMk cId="3711209851" sldId="1092"/>
            <ac:spMk id="93" creationId="{00000000-0000-0000-0000-000000000000}"/>
          </ac:spMkLst>
        </pc:spChg>
      </pc:sldChg>
    </pc:docChg>
  </pc:docChgLst>
  <pc:docChgLst>
    <pc:chgData name="Petrucci, Vinicius Tavares" userId="0f008dc3-483e-4536-a03d-38dcd594c429" providerId="ADAL" clId="{101D262A-3673-0A43-A410-4EBD7EE96606}"/>
    <pc:docChg chg="modSld">
      <pc:chgData name="Petrucci, Vinicius Tavares" userId="0f008dc3-483e-4536-a03d-38dcd594c429" providerId="ADAL" clId="{101D262A-3673-0A43-A410-4EBD7EE96606}" dt="2020-05-12T18:51:03.286" v="21" actId="20577"/>
      <pc:docMkLst>
        <pc:docMk/>
      </pc:docMkLst>
      <pc:sldChg chg="modSp">
        <pc:chgData name="Petrucci, Vinicius Tavares" userId="0f008dc3-483e-4536-a03d-38dcd594c429" providerId="ADAL" clId="{101D262A-3673-0A43-A410-4EBD7EE96606}" dt="2020-05-12T18:51:03.286" v="21" actId="20577"/>
        <pc:sldMkLst>
          <pc:docMk/>
          <pc:sldMk cId="0" sldId="256"/>
        </pc:sldMkLst>
        <pc:spChg chg="mod">
          <ac:chgData name="Petrucci, Vinicius Tavares" userId="0f008dc3-483e-4536-a03d-38dcd594c429" providerId="ADAL" clId="{101D262A-3673-0A43-A410-4EBD7EE96606}" dt="2020-05-12T18:50:59.830" v="18" actId="20577"/>
          <ac:spMkLst>
            <pc:docMk/>
            <pc:sldMk cId="0" sldId="256"/>
            <ac:spMk id="40962" creationId="{D541467D-2D70-EC4E-893E-5FDC1F8D9B9C}"/>
          </ac:spMkLst>
        </pc:spChg>
        <pc:spChg chg="mod">
          <ac:chgData name="Petrucci, Vinicius Tavares" userId="0f008dc3-483e-4536-a03d-38dcd594c429" providerId="ADAL" clId="{101D262A-3673-0A43-A410-4EBD7EE96606}" dt="2020-05-12T18:51:03.286" v="21" actId="20577"/>
          <ac:spMkLst>
            <pc:docMk/>
            <pc:sldMk cId="0" sldId="256"/>
            <ac:spMk id="40963" creationId="{13843FE1-9323-AF4F-B47F-293C63F1CF74}"/>
          </ac:spMkLst>
        </pc:spChg>
      </pc:sldChg>
    </pc:docChg>
  </pc:docChgLst>
  <pc:docChgLst>
    <pc:chgData name="Petrucci, Vinicius Tavares" userId="0f008dc3-483e-4536-a03d-38dcd594c429" providerId="ADAL" clId="{A583B98C-F495-734A-A4FF-D986800A6477}"/>
    <pc:docChg chg="undo custSel addSld delSld modSld sldOrd">
      <pc:chgData name="Petrucci, Vinicius Tavares" userId="0f008dc3-483e-4536-a03d-38dcd594c429" providerId="ADAL" clId="{A583B98C-F495-734A-A4FF-D986800A6477}" dt="2020-06-09T13:45:35.594" v="2304" actId="1037"/>
      <pc:docMkLst>
        <pc:docMk/>
      </pc:docMkLst>
      <pc:sldChg chg="addSp modSp">
        <pc:chgData name="Petrucci, Vinicius Tavares" userId="0f008dc3-483e-4536-a03d-38dcd594c429" providerId="ADAL" clId="{A583B98C-F495-734A-A4FF-D986800A6477}" dt="2020-06-06T02:38:42.915" v="16"/>
        <pc:sldMkLst>
          <pc:docMk/>
          <pc:sldMk cId="0" sldId="256"/>
        </pc:sldMkLst>
        <pc:spChg chg="mod">
          <ac:chgData name="Petrucci, Vinicius Tavares" userId="0f008dc3-483e-4536-a03d-38dcd594c429" providerId="ADAL" clId="{A583B98C-F495-734A-A4FF-D986800A6477}" dt="2020-06-06T01:39:06.566" v="15" actId="1076"/>
          <ac:spMkLst>
            <pc:docMk/>
            <pc:sldMk cId="0" sldId="256"/>
            <ac:spMk id="2" creationId="{B513B80A-0871-1643-8C59-4D4B3BF1AD5B}"/>
          </ac:spMkLst>
        </pc:spChg>
        <pc:spChg chg="add mod">
          <ac:chgData name="Petrucci, Vinicius Tavares" userId="0f008dc3-483e-4536-a03d-38dcd594c429" providerId="ADAL" clId="{A583B98C-F495-734A-A4FF-D986800A6477}" dt="2020-06-06T02:38:42.915" v="16"/>
          <ac:spMkLst>
            <pc:docMk/>
            <pc:sldMk cId="0" sldId="256"/>
            <ac:spMk id="6" creationId="{8CA823D3-E59C-F144-A567-AAFBFE84FE89}"/>
          </ac:spMkLst>
        </pc:spChg>
      </pc:sldChg>
      <pc:sldChg chg="modSp new del">
        <pc:chgData name="Petrucci, Vinicius Tavares" userId="0f008dc3-483e-4536-a03d-38dcd594c429" providerId="ADAL" clId="{A583B98C-F495-734A-A4FF-D986800A6477}" dt="2020-06-06T02:52:16.388" v="152" actId="2696"/>
        <pc:sldMkLst>
          <pc:docMk/>
          <pc:sldMk cId="2080962653" sldId="257"/>
        </pc:sldMkLst>
        <pc:spChg chg="mod">
          <ac:chgData name="Petrucci, Vinicius Tavares" userId="0f008dc3-483e-4536-a03d-38dcd594c429" providerId="ADAL" clId="{A583B98C-F495-734A-A4FF-D986800A6477}" dt="2020-06-06T02:41:28.832" v="22" actId="20577"/>
          <ac:spMkLst>
            <pc:docMk/>
            <pc:sldMk cId="2080962653" sldId="257"/>
            <ac:spMk id="2" creationId="{ED46E15D-899C-5649-BAE2-7728E038BAE0}"/>
          </ac:spMkLst>
        </pc:spChg>
        <pc:spChg chg="mod">
          <ac:chgData name="Petrucci, Vinicius Tavares" userId="0f008dc3-483e-4536-a03d-38dcd594c429" providerId="ADAL" clId="{A583B98C-F495-734A-A4FF-D986800A6477}" dt="2020-06-06T02:49:39.689" v="147" actId="20577"/>
          <ac:spMkLst>
            <pc:docMk/>
            <pc:sldMk cId="2080962653" sldId="257"/>
            <ac:spMk id="3" creationId="{DEFBE94D-85BF-B043-907A-2178EBA677DA}"/>
          </ac:spMkLst>
        </pc:spChg>
      </pc:sldChg>
      <pc:sldChg chg="delSp modSp add">
        <pc:chgData name="Petrucci, Vinicius Tavares" userId="0f008dc3-483e-4536-a03d-38dcd594c429" providerId="ADAL" clId="{A583B98C-F495-734A-A4FF-D986800A6477}" dt="2020-06-07T22:30:25.878" v="2172" actId="1076"/>
        <pc:sldMkLst>
          <pc:docMk/>
          <pc:sldMk cId="1488981513" sldId="764"/>
        </pc:sldMkLst>
        <pc:spChg chg="mod">
          <ac:chgData name="Petrucci, Vinicius Tavares" userId="0f008dc3-483e-4536-a03d-38dcd594c429" providerId="ADAL" clId="{A583B98C-F495-734A-A4FF-D986800A6477}" dt="2020-06-07T22:30:25.878" v="2172" actId="1076"/>
          <ac:spMkLst>
            <pc:docMk/>
            <pc:sldMk cId="1488981513" sldId="764"/>
            <ac:spMk id="2" creationId="{9601DFCB-F159-F74B-969E-FE3183544237}"/>
          </ac:spMkLst>
        </pc:spChg>
        <pc:spChg chg="mod">
          <ac:chgData name="Petrucci, Vinicius Tavares" userId="0f008dc3-483e-4536-a03d-38dcd594c429" providerId="ADAL" clId="{A583B98C-F495-734A-A4FF-D986800A6477}" dt="2020-06-07T22:27:28.096" v="2102" actId="403"/>
          <ac:spMkLst>
            <pc:docMk/>
            <pc:sldMk cId="1488981513" sldId="764"/>
            <ac:spMk id="5" creationId="{9B4B83AF-DF5A-B74D-B7EF-796FC3DE05D0}"/>
          </ac:spMkLst>
        </pc:spChg>
        <pc:spChg chg="del">
          <ac:chgData name="Petrucci, Vinicius Tavares" userId="0f008dc3-483e-4536-a03d-38dcd594c429" providerId="ADAL" clId="{A583B98C-F495-734A-A4FF-D986800A6477}" dt="2020-06-07T22:27:17.387" v="2075" actId="478"/>
          <ac:spMkLst>
            <pc:docMk/>
            <pc:sldMk cId="1488981513" sldId="764"/>
            <ac:spMk id="6" creationId="{2987A6CA-CF49-0143-8225-23546AFF5719}"/>
          </ac:spMkLst>
        </pc:spChg>
      </pc:sldChg>
      <pc:sldChg chg="addSp delSp modSp add">
        <pc:chgData name="Petrucci, Vinicius Tavares" userId="0f008dc3-483e-4536-a03d-38dcd594c429" providerId="ADAL" clId="{A583B98C-F495-734A-A4FF-D986800A6477}" dt="2020-06-09T13:41:14.270" v="2256"/>
        <pc:sldMkLst>
          <pc:docMk/>
          <pc:sldMk cId="803804695" sldId="811"/>
        </pc:sldMkLst>
        <pc:spChg chg="mod">
          <ac:chgData name="Petrucci, Vinicius Tavares" userId="0f008dc3-483e-4536-a03d-38dcd594c429" providerId="ADAL" clId="{A583B98C-F495-734A-A4FF-D986800A6477}" dt="2020-06-07T16:03:48.365" v="680" actId="1036"/>
          <ac:spMkLst>
            <pc:docMk/>
            <pc:sldMk cId="803804695" sldId="811"/>
            <ac:spMk id="2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16:03:37.429" v="665" actId="1036"/>
          <ac:spMkLst>
            <pc:docMk/>
            <pc:sldMk cId="803804695" sldId="811"/>
            <ac:spMk id="3" creationId="{00000000-0000-0000-0000-000000000000}"/>
          </ac:spMkLst>
        </pc:spChg>
        <pc:spChg chg="add del mod">
          <ac:chgData name="Petrucci, Vinicius Tavares" userId="0f008dc3-483e-4536-a03d-38dcd594c429" providerId="ADAL" clId="{A583B98C-F495-734A-A4FF-D986800A6477}" dt="2020-06-07T16:03:32.723" v="663"/>
          <ac:spMkLst>
            <pc:docMk/>
            <pc:sldMk cId="803804695" sldId="811"/>
            <ac:spMk id="5" creationId="{4694A287-4394-2549-84CE-FEE558EDC20E}"/>
          </ac:spMkLst>
        </pc:spChg>
        <pc:spChg chg="del">
          <ac:chgData name="Petrucci, Vinicius Tavares" userId="0f008dc3-483e-4536-a03d-38dcd594c429" providerId="ADAL" clId="{A583B98C-F495-734A-A4FF-D986800A6477}" dt="2020-06-07T16:01:52.541" v="650" actId="478"/>
          <ac:spMkLst>
            <pc:docMk/>
            <pc:sldMk cId="803804695" sldId="811"/>
            <ac:spMk id="6" creationId="{00000000-0000-0000-0000-000000000000}"/>
          </ac:spMkLst>
        </pc:spChg>
        <pc:spChg chg="add del mod">
          <ac:chgData name="Petrucci, Vinicius Tavares" userId="0f008dc3-483e-4536-a03d-38dcd594c429" providerId="ADAL" clId="{A583B98C-F495-734A-A4FF-D986800A6477}" dt="2020-06-07T16:03:32.723" v="663"/>
          <ac:spMkLst>
            <pc:docMk/>
            <pc:sldMk cId="803804695" sldId="811"/>
            <ac:spMk id="7" creationId="{23BC20FD-9FB0-9142-8420-FC32D64B7575}"/>
          </ac:spMkLst>
        </pc:spChg>
        <pc:spChg chg="mod">
          <ac:chgData name="Petrucci, Vinicius Tavares" userId="0f008dc3-483e-4536-a03d-38dcd594c429" providerId="ADAL" clId="{A583B98C-F495-734A-A4FF-D986800A6477}" dt="2020-06-07T16:03:55.879" v="685" actId="1036"/>
          <ac:spMkLst>
            <pc:docMk/>
            <pc:sldMk cId="803804695" sldId="811"/>
            <ac:spMk id="10" creationId="{00000000-0000-0000-0000-000000000000}"/>
          </ac:spMkLst>
        </pc:spChg>
        <pc:spChg chg="add mod">
          <ac:chgData name="Petrucci, Vinicius Tavares" userId="0f008dc3-483e-4536-a03d-38dcd594c429" providerId="ADAL" clId="{A583B98C-F495-734A-A4FF-D986800A6477}" dt="2020-06-09T13:41:14.270" v="2256"/>
          <ac:spMkLst>
            <pc:docMk/>
            <pc:sldMk cId="803804695" sldId="811"/>
            <ac:spMk id="13" creationId="{30834A20-F1C3-C342-B718-CFFD1720905F}"/>
          </ac:spMkLst>
        </pc:spChg>
        <pc:spChg chg="mod">
          <ac:chgData name="Petrucci, Vinicius Tavares" userId="0f008dc3-483e-4536-a03d-38dcd594c429" providerId="ADAL" clId="{A583B98C-F495-734A-A4FF-D986800A6477}" dt="2020-06-07T16:03:40.743" v="669" actId="1036"/>
          <ac:spMkLst>
            <pc:docMk/>
            <pc:sldMk cId="803804695" sldId="811"/>
            <ac:spMk id="374788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16:03:32.723" v="663"/>
          <ac:spMkLst>
            <pc:docMk/>
            <pc:sldMk cId="803804695" sldId="811"/>
            <ac:spMk id="374789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8T14:04:22.090" v="2230" actId="2711"/>
          <ac:spMkLst>
            <pc:docMk/>
            <pc:sldMk cId="803804695" sldId="811"/>
            <ac:spMk id="374790" creationId="{00000000-0000-0000-0000-000000000000}"/>
          </ac:spMkLst>
        </pc:spChg>
        <pc:cxnChg chg="mod">
          <ac:chgData name="Petrucci, Vinicius Tavares" userId="0f008dc3-483e-4536-a03d-38dcd594c429" providerId="ADAL" clId="{A583B98C-F495-734A-A4FF-D986800A6477}" dt="2020-06-07T16:03:48.365" v="680" actId="1036"/>
          <ac:cxnSpMkLst>
            <pc:docMk/>
            <pc:sldMk cId="803804695" sldId="811"/>
            <ac:cxnSpMk id="4" creationId="{00000000-0000-0000-0000-000000000000}"/>
          </ac:cxnSpMkLst>
        </pc:cxnChg>
        <pc:cxnChg chg="mod">
          <ac:chgData name="Petrucci, Vinicius Tavares" userId="0f008dc3-483e-4536-a03d-38dcd594c429" providerId="ADAL" clId="{A583B98C-F495-734A-A4FF-D986800A6477}" dt="2020-06-07T16:03:55.879" v="685" actId="1036"/>
          <ac:cxnSpMkLst>
            <pc:docMk/>
            <pc:sldMk cId="803804695" sldId="811"/>
            <ac:cxnSpMk id="12" creationId="{00000000-0000-0000-0000-000000000000}"/>
          </ac:cxnSpMkLst>
        </pc:cxnChg>
      </pc:sldChg>
      <pc:sldChg chg="addSp delSp modSp add">
        <pc:chgData name="Petrucci, Vinicius Tavares" userId="0f008dc3-483e-4536-a03d-38dcd594c429" providerId="ADAL" clId="{A583B98C-F495-734A-A4FF-D986800A6477}" dt="2020-06-09T13:42:05.428" v="2278"/>
        <pc:sldMkLst>
          <pc:docMk/>
          <pc:sldMk cId="3364246565" sldId="826"/>
        </pc:sldMkLst>
        <pc:spChg chg="del">
          <ac:chgData name="Petrucci, Vinicius Tavares" userId="0f008dc3-483e-4536-a03d-38dcd594c429" providerId="ADAL" clId="{A583B98C-F495-734A-A4FF-D986800A6477}" dt="2020-06-07T21:44:53.610" v="1642" actId="478"/>
          <ac:spMkLst>
            <pc:docMk/>
            <pc:sldMk cId="3364246565" sldId="826"/>
            <ac:spMk id="6" creationId="{00000000-0000-0000-0000-000000000000}"/>
          </ac:spMkLst>
        </pc:spChg>
        <pc:spChg chg="add mod">
          <ac:chgData name="Petrucci, Vinicius Tavares" userId="0f008dc3-483e-4536-a03d-38dcd594c429" providerId="ADAL" clId="{A583B98C-F495-734A-A4FF-D986800A6477}" dt="2020-06-09T13:42:05.428" v="2278"/>
          <ac:spMkLst>
            <pc:docMk/>
            <pc:sldMk cId="3364246565" sldId="826"/>
            <ac:spMk id="7" creationId="{1A0AE53A-C4A6-6D44-A8B9-51F7D3270E9A}"/>
          </ac:spMkLst>
        </pc:spChg>
        <pc:spChg chg="mod">
          <ac:chgData name="Petrucci, Vinicius Tavares" userId="0f008dc3-483e-4536-a03d-38dcd594c429" providerId="ADAL" clId="{A583B98C-F495-734A-A4FF-D986800A6477}" dt="2020-06-07T21:44:56.544" v="1644" actId="1036"/>
          <ac:spMkLst>
            <pc:docMk/>
            <pc:sldMk cId="3364246565" sldId="826"/>
            <ac:spMk id="379908" creationId="{00000000-0000-0000-0000-000000000000}"/>
          </ac:spMkLst>
        </pc:spChg>
      </pc:sldChg>
      <pc:sldChg chg="addSp delSp modSp add modAnim">
        <pc:chgData name="Petrucci, Vinicius Tavares" userId="0f008dc3-483e-4536-a03d-38dcd594c429" providerId="ADAL" clId="{A583B98C-F495-734A-A4FF-D986800A6477}" dt="2020-06-09T13:41:16.469" v="2257"/>
        <pc:sldMkLst>
          <pc:docMk/>
          <pc:sldMk cId="3152753601" sldId="830"/>
        </pc:sldMkLst>
        <pc:spChg chg="add del mod">
          <ac:chgData name="Petrucci, Vinicius Tavares" userId="0f008dc3-483e-4536-a03d-38dcd594c429" providerId="ADAL" clId="{A583B98C-F495-734A-A4FF-D986800A6477}" dt="2020-06-07T16:03:28.842" v="662"/>
          <ac:spMkLst>
            <pc:docMk/>
            <pc:sldMk cId="3152753601" sldId="830"/>
            <ac:spMk id="2" creationId="{E8A1608F-4E87-6344-84CE-4898009F51F3}"/>
          </ac:spMkLst>
        </pc:spChg>
        <pc:spChg chg="add del mod">
          <ac:chgData name="Petrucci, Vinicius Tavares" userId="0f008dc3-483e-4536-a03d-38dcd594c429" providerId="ADAL" clId="{A583B98C-F495-734A-A4FF-D986800A6477}" dt="2020-06-07T16:03:28.842" v="662"/>
          <ac:spMkLst>
            <pc:docMk/>
            <pc:sldMk cId="3152753601" sldId="830"/>
            <ac:spMk id="3" creationId="{0668574E-C051-E149-8B6A-619C7F142B3E}"/>
          </ac:spMkLst>
        </pc:spChg>
        <pc:spChg chg="add del mod">
          <ac:chgData name="Petrucci, Vinicius Tavares" userId="0f008dc3-483e-4536-a03d-38dcd594c429" providerId="ADAL" clId="{A583B98C-F495-734A-A4FF-D986800A6477}" dt="2020-06-07T16:03:28.842" v="662"/>
          <ac:spMkLst>
            <pc:docMk/>
            <pc:sldMk cId="3152753601" sldId="830"/>
            <ac:spMk id="4" creationId="{EA3DF989-7864-8248-AABF-B10A46304947}"/>
          </ac:spMkLst>
        </pc:spChg>
        <pc:spChg chg="del mod">
          <ac:chgData name="Petrucci, Vinicius Tavares" userId="0f008dc3-483e-4536-a03d-38dcd594c429" providerId="ADAL" clId="{A583B98C-F495-734A-A4FF-D986800A6477}" dt="2020-06-07T16:04:50.140" v="699" actId="478"/>
          <ac:spMkLst>
            <pc:docMk/>
            <pc:sldMk cId="3152753601" sldId="830"/>
            <ac:spMk id="6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16:07:29.753" v="764" actId="113"/>
          <ac:spMkLst>
            <pc:docMk/>
            <pc:sldMk cId="3152753601" sldId="830"/>
            <ac:spMk id="7" creationId="{00000000-0000-0000-0000-000000000000}"/>
          </ac:spMkLst>
        </pc:spChg>
        <pc:spChg chg="add mod">
          <ac:chgData name="Petrucci, Vinicius Tavares" userId="0f008dc3-483e-4536-a03d-38dcd594c429" providerId="ADAL" clId="{A583B98C-F495-734A-A4FF-D986800A6477}" dt="2020-06-09T13:41:16.469" v="2257"/>
          <ac:spMkLst>
            <pc:docMk/>
            <pc:sldMk cId="3152753601" sldId="830"/>
            <ac:spMk id="9" creationId="{6CD1FEA7-76ED-6247-BE46-9230CAEDE80C}"/>
          </ac:spMkLst>
        </pc:spChg>
        <pc:spChg chg="mod">
          <ac:chgData name="Petrucci, Vinicius Tavares" userId="0f008dc3-483e-4536-a03d-38dcd594c429" providerId="ADAL" clId="{A583B98C-F495-734A-A4FF-D986800A6477}" dt="2020-06-07T16:03:28.842" v="662"/>
          <ac:spMkLst>
            <pc:docMk/>
            <pc:sldMk cId="3152753601" sldId="830"/>
            <ac:spMk id="374789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16:08:09.342" v="770" actId="2711"/>
          <ac:spMkLst>
            <pc:docMk/>
            <pc:sldMk cId="3152753601" sldId="830"/>
            <ac:spMk id="374790" creationId="{00000000-0000-0000-0000-000000000000}"/>
          </ac:spMkLst>
        </pc:spChg>
      </pc:sldChg>
      <pc:sldChg chg="addSp delSp modSp add modAnim">
        <pc:chgData name="Petrucci, Vinicius Tavares" userId="0f008dc3-483e-4536-a03d-38dcd594c429" providerId="ADAL" clId="{A583B98C-F495-734A-A4FF-D986800A6477}" dt="2020-06-09T13:41:12.193" v="2255"/>
        <pc:sldMkLst>
          <pc:docMk/>
          <pc:sldMk cId="901872640" sldId="834"/>
        </pc:sldMkLst>
        <pc:spChg chg="mod">
          <ac:chgData name="Petrucci, Vinicius Tavares" userId="0f008dc3-483e-4536-a03d-38dcd594c429" providerId="ADAL" clId="{A583B98C-F495-734A-A4FF-D986800A6477}" dt="2020-06-06T03:14:50.651" v="470"/>
          <ac:spMkLst>
            <pc:docMk/>
            <pc:sldMk cId="901872640" sldId="834"/>
            <ac:spMk id="2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16:00:18.100" v="626" actId="14100"/>
          <ac:spMkLst>
            <pc:docMk/>
            <pc:sldMk cId="901872640" sldId="834"/>
            <ac:spMk id="3" creationId="{00000000-0000-0000-0000-000000000000}"/>
          </ac:spMkLst>
        </pc:spChg>
        <pc:spChg chg="add del mod">
          <ac:chgData name="Petrucci, Vinicius Tavares" userId="0f008dc3-483e-4536-a03d-38dcd594c429" providerId="ADAL" clId="{A583B98C-F495-734A-A4FF-D986800A6477}" dt="2020-06-06T03:14:50.651" v="470"/>
          <ac:spMkLst>
            <pc:docMk/>
            <pc:sldMk cId="901872640" sldId="834"/>
            <ac:spMk id="4" creationId="{A5A5A20E-D4E7-2246-AA39-07B504E1D99E}"/>
          </ac:spMkLst>
        </pc:spChg>
        <pc:spChg chg="del mod">
          <ac:chgData name="Petrucci, Vinicius Tavares" userId="0f008dc3-483e-4536-a03d-38dcd594c429" providerId="ADAL" clId="{A583B98C-F495-734A-A4FF-D986800A6477}" dt="2020-06-06T03:14:58.586" v="472" actId="478"/>
          <ac:spMkLst>
            <pc:docMk/>
            <pc:sldMk cId="901872640" sldId="834"/>
            <ac:spMk id="5" creationId="{00000000-0000-0000-0000-000000000000}"/>
          </ac:spMkLst>
        </pc:spChg>
        <pc:spChg chg="add del mod">
          <ac:chgData name="Petrucci, Vinicius Tavares" userId="0f008dc3-483e-4536-a03d-38dcd594c429" providerId="ADAL" clId="{A583B98C-F495-734A-A4FF-D986800A6477}" dt="2020-06-06T03:14:50.651" v="470"/>
          <ac:spMkLst>
            <pc:docMk/>
            <pc:sldMk cId="901872640" sldId="834"/>
            <ac:spMk id="6" creationId="{C5D1B542-8284-2445-B2CB-374FCF3AF8C8}"/>
          </ac:spMkLst>
        </pc:spChg>
        <pc:spChg chg="add del mod">
          <ac:chgData name="Petrucci, Vinicius Tavares" userId="0f008dc3-483e-4536-a03d-38dcd594c429" providerId="ADAL" clId="{A583B98C-F495-734A-A4FF-D986800A6477}" dt="2020-06-06T03:14:50.651" v="470"/>
          <ac:spMkLst>
            <pc:docMk/>
            <pc:sldMk cId="901872640" sldId="834"/>
            <ac:spMk id="7" creationId="{0CC28A94-05CD-C04E-9286-0D9D3791CEBD}"/>
          </ac:spMkLst>
        </pc:spChg>
        <pc:spChg chg="add mod">
          <ac:chgData name="Petrucci, Vinicius Tavares" userId="0f008dc3-483e-4536-a03d-38dcd594c429" providerId="ADAL" clId="{A583B98C-F495-734A-A4FF-D986800A6477}" dt="2020-06-09T13:41:12.193" v="2255"/>
          <ac:spMkLst>
            <pc:docMk/>
            <pc:sldMk cId="901872640" sldId="834"/>
            <ac:spMk id="8" creationId="{0AEB0F76-6373-9243-AF5F-C26B8E5C2A0F}"/>
          </ac:spMkLst>
        </pc:spChg>
      </pc:sldChg>
      <pc:sldChg chg="addSp delSp modSp add modAnim">
        <pc:chgData name="Petrucci, Vinicius Tavares" userId="0f008dc3-483e-4536-a03d-38dcd594c429" providerId="ADAL" clId="{A583B98C-F495-734A-A4FF-D986800A6477}" dt="2020-06-09T13:42:52.928" v="2291" actId="20577"/>
        <pc:sldMkLst>
          <pc:docMk/>
          <pc:sldMk cId="243794465" sldId="835"/>
        </pc:sldMkLst>
        <pc:spChg chg="add del mod">
          <ac:chgData name="Petrucci, Vinicius Tavares" userId="0f008dc3-483e-4536-a03d-38dcd594c429" providerId="ADAL" clId="{A583B98C-F495-734A-A4FF-D986800A6477}" dt="2020-06-06T03:13:51.390" v="466"/>
          <ac:spMkLst>
            <pc:docMk/>
            <pc:sldMk cId="243794465" sldId="835"/>
            <ac:spMk id="2" creationId="{08EA1C53-DEB3-B249-BAAF-30D6AE4532AB}"/>
          </ac:spMkLst>
        </pc:spChg>
        <pc:spChg chg="add del mod">
          <ac:chgData name="Petrucci, Vinicius Tavares" userId="0f008dc3-483e-4536-a03d-38dcd594c429" providerId="ADAL" clId="{A583B98C-F495-734A-A4FF-D986800A6477}" dt="2020-06-06T03:13:51.390" v="466"/>
          <ac:spMkLst>
            <pc:docMk/>
            <pc:sldMk cId="243794465" sldId="835"/>
            <ac:spMk id="3" creationId="{1EBB0DE4-860E-6E4E-A580-616B2ABA7C6A}"/>
          </ac:spMkLst>
        </pc:spChg>
        <pc:spChg chg="add del mod">
          <ac:chgData name="Petrucci, Vinicius Tavares" userId="0f008dc3-483e-4536-a03d-38dcd594c429" providerId="ADAL" clId="{A583B98C-F495-734A-A4FF-D986800A6477}" dt="2020-06-06T03:13:51.390" v="466"/>
          <ac:spMkLst>
            <pc:docMk/>
            <pc:sldMk cId="243794465" sldId="835"/>
            <ac:spMk id="4" creationId="{2EAD155A-8440-A048-AB27-B7AE594FADF5}"/>
          </ac:spMkLst>
        </pc:spChg>
        <pc:spChg chg="mod">
          <ac:chgData name="Petrucci, Vinicius Tavares" userId="0f008dc3-483e-4536-a03d-38dcd594c429" providerId="ADAL" clId="{A583B98C-F495-734A-A4FF-D986800A6477}" dt="2020-06-06T03:13:51.390" v="466"/>
          <ac:spMkLst>
            <pc:docMk/>
            <pc:sldMk cId="243794465" sldId="835"/>
            <ac:spMk id="7" creationId="{00000000-0000-0000-0000-000000000000}"/>
          </ac:spMkLst>
        </pc:spChg>
        <pc:spChg chg="add mod">
          <ac:chgData name="Petrucci, Vinicius Tavares" userId="0f008dc3-483e-4536-a03d-38dcd594c429" providerId="ADAL" clId="{A583B98C-F495-734A-A4FF-D986800A6477}" dt="2020-06-09T13:41:11.032" v="2254"/>
          <ac:spMkLst>
            <pc:docMk/>
            <pc:sldMk cId="243794465" sldId="835"/>
            <ac:spMk id="8" creationId="{822266FC-1DFC-D947-9864-5B92BED26BF4}"/>
          </ac:spMkLst>
        </pc:spChg>
        <pc:spChg chg="del mod">
          <ac:chgData name="Petrucci, Vinicius Tavares" userId="0f008dc3-483e-4536-a03d-38dcd594c429" providerId="ADAL" clId="{A583B98C-F495-734A-A4FF-D986800A6477}" dt="2020-06-06T03:13:55.304" v="467" actId="478"/>
          <ac:spMkLst>
            <pc:docMk/>
            <pc:sldMk cId="243794465" sldId="835"/>
            <ac:spMk id="14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9T13:42:52.928" v="2291" actId="20577"/>
          <ac:spMkLst>
            <pc:docMk/>
            <pc:sldMk cId="243794465" sldId="835"/>
            <ac:spMk id="356355" creationId="{00000000-0000-0000-0000-000000000000}"/>
          </ac:spMkLst>
        </pc:spChg>
      </pc:sldChg>
      <pc:sldChg chg="addSp delSp modSp add mod modAnim chgLayout">
        <pc:chgData name="Petrucci, Vinicius Tavares" userId="0f008dc3-483e-4536-a03d-38dcd594c429" providerId="ADAL" clId="{A583B98C-F495-734A-A4FF-D986800A6477}" dt="2020-06-09T13:41:19.367" v="2259" actId="478"/>
        <pc:sldMkLst>
          <pc:docMk/>
          <pc:sldMk cId="1560055613" sldId="841"/>
        </pc:sldMkLst>
        <pc:spChg chg="mod">
          <ac:chgData name="Petrucci, Vinicius Tavares" userId="0f008dc3-483e-4536-a03d-38dcd594c429" providerId="ADAL" clId="{A583B98C-F495-734A-A4FF-D986800A6477}" dt="2020-06-07T21:58:10.298" v="1903" actId="1036"/>
          <ac:spMkLst>
            <pc:docMk/>
            <pc:sldMk cId="1560055613" sldId="841"/>
            <ac:spMk id="2" creationId="{00000000-0000-0000-0000-000000000000}"/>
          </ac:spMkLst>
        </pc:spChg>
        <pc:spChg chg="del">
          <ac:chgData name="Petrucci, Vinicius Tavares" userId="0f008dc3-483e-4536-a03d-38dcd594c429" providerId="ADAL" clId="{A583B98C-F495-734A-A4FF-D986800A6477}" dt="2020-06-07T16:08:28.593" v="773" actId="478"/>
          <ac:spMkLst>
            <pc:docMk/>
            <pc:sldMk cId="1560055613" sldId="841"/>
            <ac:spMk id="3" creationId="{00000000-0000-0000-0000-000000000000}"/>
          </ac:spMkLst>
        </pc:spChg>
        <pc:spChg chg="add mod ord">
          <ac:chgData name="Petrucci, Vinicius Tavares" userId="0f008dc3-483e-4536-a03d-38dcd594c429" providerId="ADAL" clId="{A583B98C-F495-734A-A4FF-D986800A6477}" dt="2020-06-07T16:09:48.774" v="795"/>
          <ac:spMkLst>
            <pc:docMk/>
            <pc:sldMk cId="1560055613" sldId="841"/>
            <ac:spMk id="4" creationId="{F9C5355D-A64D-A743-B6A6-33EC5104A8B8}"/>
          </ac:spMkLst>
        </pc:spChg>
        <pc:spChg chg="add del mod ord">
          <ac:chgData name="Petrucci, Vinicius Tavares" userId="0f008dc3-483e-4536-a03d-38dcd594c429" providerId="ADAL" clId="{A583B98C-F495-734A-A4FF-D986800A6477}" dt="2020-06-07T16:09:50.861" v="796" actId="478"/>
          <ac:spMkLst>
            <pc:docMk/>
            <pc:sldMk cId="1560055613" sldId="841"/>
            <ac:spMk id="7" creationId="{880B003C-4891-D842-B720-8CEDA322640E}"/>
          </ac:spMkLst>
        </pc:spChg>
        <pc:spChg chg="add mod">
          <ac:chgData name="Petrucci, Vinicius Tavares" userId="0f008dc3-483e-4536-a03d-38dcd594c429" providerId="ADAL" clId="{A583B98C-F495-734A-A4FF-D986800A6477}" dt="2020-06-07T16:09:35.486" v="790" actId="207"/>
          <ac:spMkLst>
            <pc:docMk/>
            <pc:sldMk cId="1560055613" sldId="841"/>
            <ac:spMk id="9" creationId="{D76DD02A-7A61-F145-9491-02BAD37A3E09}"/>
          </ac:spMkLst>
        </pc:spChg>
        <pc:spChg chg="add del mod">
          <ac:chgData name="Petrucci, Vinicius Tavares" userId="0f008dc3-483e-4536-a03d-38dcd594c429" providerId="ADAL" clId="{A583B98C-F495-734A-A4FF-D986800A6477}" dt="2020-06-09T13:41:19.367" v="2259" actId="478"/>
          <ac:spMkLst>
            <pc:docMk/>
            <pc:sldMk cId="1560055613" sldId="841"/>
            <ac:spMk id="12" creationId="{B7B92EF4-6DFD-3B4E-924D-1AD03066ED5F}"/>
          </ac:spMkLst>
        </pc:spChg>
        <pc:spChg chg="del mod">
          <ac:chgData name="Petrucci, Vinicius Tavares" userId="0f008dc3-483e-4536-a03d-38dcd594c429" providerId="ADAL" clId="{A583B98C-F495-734A-A4FF-D986800A6477}" dt="2020-06-07T16:09:45.137" v="793" actId="478"/>
          <ac:spMkLst>
            <pc:docMk/>
            <pc:sldMk cId="1560055613" sldId="841"/>
            <ac:spMk id="23554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16:08:32.377" v="775" actId="1036"/>
          <ac:spMkLst>
            <pc:docMk/>
            <pc:sldMk cId="1560055613" sldId="841"/>
            <ac:spMk id="23555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16:08:32.377" v="775" actId="1036"/>
          <ac:spMkLst>
            <pc:docMk/>
            <pc:sldMk cId="1560055613" sldId="841"/>
            <ac:spMk id="23556" creationId="{00000000-0000-0000-0000-000000000000}"/>
          </ac:spMkLst>
        </pc:spChg>
      </pc:sldChg>
      <pc:sldChg chg="addSp delSp modSp add del">
        <pc:chgData name="Petrucci, Vinicius Tavares" userId="0f008dc3-483e-4536-a03d-38dcd594c429" providerId="ADAL" clId="{A583B98C-F495-734A-A4FF-D986800A6477}" dt="2020-06-07T16:21:49.459" v="929" actId="2696"/>
        <pc:sldMkLst>
          <pc:docMk/>
          <pc:sldMk cId="2918994340" sldId="842"/>
        </pc:sldMkLst>
        <pc:spChg chg="mod">
          <ac:chgData name="Petrucci, Vinicius Tavares" userId="0f008dc3-483e-4536-a03d-38dcd594c429" providerId="ADAL" clId="{A583B98C-F495-734A-A4FF-D986800A6477}" dt="2020-06-07T16:18:23.802" v="856"/>
          <ac:spMkLst>
            <pc:docMk/>
            <pc:sldMk cId="2918994340" sldId="842"/>
            <ac:spMk id="2" creationId="{00000000-0000-0000-0000-000000000000}"/>
          </ac:spMkLst>
        </pc:spChg>
        <pc:spChg chg="add del mod">
          <ac:chgData name="Petrucci, Vinicius Tavares" userId="0f008dc3-483e-4536-a03d-38dcd594c429" providerId="ADAL" clId="{A583B98C-F495-734A-A4FF-D986800A6477}" dt="2020-06-07T16:18:23.802" v="856"/>
          <ac:spMkLst>
            <pc:docMk/>
            <pc:sldMk cId="2918994340" sldId="842"/>
            <ac:spMk id="3" creationId="{3ABFD1C4-C44D-5443-A4FB-439F7E110A31}"/>
          </ac:spMkLst>
        </pc:spChg>
        <pc:spChg chg="add del mod">
          <ac:chgData name="Petrucci, Vinicius Tavares" userId="0f008dc3-483e-4536-a03d-38dcd594c429" providerId="ADAL" clId="{A583B98C-F495-734A-A4FF-D986800A6477}" dt="2020-06-07T16:18:23.802" v="856"/>
          <ac:spMkLst>
            <pc:docMk/>
            <pc:sldMk cId="2918994340" sldId="842"/>
            <ac:spMk id="4" creationId="{A7D8D791-BA4F-C446-B248-501FD6130812}"/>
          </ac:spMkLst>
        </pc:spChg>
        <pc:spChg chg="mod">
          <ac:chgData name="Petrucci, Vinicius Tavares" userId="0f008dc3-483e-4536-a03d-38dcd594c429" providerId="ADAL" clId="{A583B98C-F495-734A-A4FF-D986800A6477}" dt="2020-06-07T16:19:14.312" v="865" actId="207"/>
          <ac:spMkLst>
            <pc:docMk/>
            <pc:sldMk cId="2918994340" sldId="842"/>
            <ac:spMk id="5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16:19:28.862" v="875" actId="1035"/>
          <ac:spMkLst>
            <pc:docMk/>
            <pc:sldMk cId="2918994340" sldId="842"/>
            <ac:spMk id="6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16:20:18.801" v="900" actId="1076"/>
          <ac:spMkLst>
            <pc:docMk/>
            <pc:sldMk cId="2918994340" sldId="842"/>
            <ac:spMk id="8" creationId="{00000000-0000-0000-0000-000000000000}"/>
          </ac:spMkLst>
        </pc:spChg>
        <pc:spChg chg="add del mod">
          <ac:chgData name="Petrucci, Vinicius Tavares" userId="0f008dc3-483e-4536-a03d-38dcd594c429" providerId="ADAL" clId="{A583B98C-F495-734A-A4FF-D986800A6477}" dt="2020-06-07T16:18:30.708" v="857" actId="478"/>
          <ac:spMkLst>
            <pc:docMk/>
            <pc:sldMk cId="2918994340" sldId="842"/>
            <ac:spMk id="9" creationId="{977E9D12-5A27-0249-BA74-1E5CFF97BE25}"/>
          </ac:spMkLst>
        </pc:spChg>
        <pc:spChg chg="mod">
          <ac:chgData name="Petrucci, Vinicius Tavares" userId="0f008dc3-483e-4536-a03d-38dcd594c429" providerId="ADAL" clId="{A583B98C-F495-734A-A4FF-D986800A6477}" dt="2020-06-07T16:19:51.553" v="897" actId="1037"/>
          <ac:spMkLst>
            <pc:docMk/>
            <pc:sldMk cId="2918994340" sldId="842"/>
            <ac:spMk id="11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16:18:23.802" v="856"/>
          <ac:spMkLst>
            <pc:docMk/>
            <pc:sldMk cId="2918994340" sldId="842"/>
            <ac:spMk id="24578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16:19:26.173" v="873" actId="1036"/>
          <ac:spMkLst>
            <pc:docMk/>
            <pc:sldMk cId="2918994340" sldId="842"/>
            <ac:spMk id="448516" creationId="{00000000-0000-0000-0000-000000000000}"/>
          </ac:spMkLst>
        </pc:spChg>
        <pc:cxnChg chg="mod">
          <ac:chgData name="Petrucci, Vinicius Tavares" userId="0f008dc3-483e-4536-a03d-38dcd594c429" providerId="ADAL" clId="{A583B98C-F495-734A-A4FF-D986800A6477}" dt="2020-06-07T16:20:18.801" v="900" actId="1076"/>
          <ac:cxnSpMkLst>
            <pc:docMk/>
            <pc:sldMk cId="2918994340" sldId="842"/>
            <ac:cxnSpMk id="7" creationId="{00000000-0000-0000-0000-000000000000}"/>
          </ac:cxnSpMkLst>
        </pc:cxnChg>
        <pc:cxnChg chg="mod">
          <ac:chgData name="Petrucci, Vinicius Tavares" userId="0f008dc3-483e-4536-a03d-38dcd594c429" providerId="ADAL" clId="{A583B98C-F495-734A-A4FF-D986800A6477}" dt="2020-06-07T16:20:01.621" v="899" actId="14100"/>
          <ac:cxnSpMkLst>
            <pc:docMk/>
            <pc:sldMk cId="2918994340" sldId="842"/>
            <ac:cxnSpMk id="10" creationId="{00000000-0000-0000-0000-000000000000}"/>
          </ac:cxnSpMkLst>
        </pc:cxnChg>
      </pc:sldChg>
      <pc:sldChg chg="addSp delSp modSp add">
        <pc:chgData name="Petrucci, Vinicius Tavares" userId="0f008dc3-483e-4536-a03d-38dcd594c429" providerId="ADAL" clId="{A583B98C-F495-734A-A4FF-D986800A6477}" dt="2020-06-09T13:42:23.350" v="2283"/>
        <pc:sldMkLst>
          <pc:docMk/>
          <pc:sldMk cId="1341915616" sldId="851"/>
        </pc:sldMkLst>
        <pc:spChg chg="del">
          <ac:chgData name="Petrucci, Vinicius Tavares" userId="0f008dc3-483e-4536-a03d-38dcd594c429" providerId="ADAL" clId="{A583B98C-F495-734A-A4FF-D986800A6477}" dt="2020-06-07T22:25:40.606" v="2004" actId="478"/>
          <ac:spMkLst>
            <pc:docMk/>
            <pc:sldMk cId="1341915616" sldId="851"/>
            <ac:spMk id="2" creationId="{00000000-0000-0000-0000-000000000000}"/>
          </ac:spMkLst>
        </pc:spChg>
        <pc:spChg chg="add mod">
          <ac:chgData name="Petrucci, Vinicius Tavares" userId="0f008dc3-483e-4536-a03d-38dcd594c429" providerId="ADAL" clId="{A583B98C-F495-734A-A4FF-D986800A6477}" dt="2020-06-09T13:42:23.350" v="2283"/>
          <ac:spMkLst>
            <pc:docMk/>
            <pc:sldMk cId="1341915616" sldId="851"/>
            <ac:spMk id="5" creationId="{85A34253-1C23-454E-855F-315863B38B04}"/>
          </ac:spMkLst>
        </pc:spChg>
        <pc:spChg chg="mod">
          <ac:chgData name="Petrucci, Vinicius Tavares" userId="0f008dc3-483e-4536-a03d-38dcd594c429" providerId="ADAL" clId="{A583B98C-F495-734A-A4FF-D986800A6477}" dt="2020-06-07T22:27:54.065" v="2109" actId="27636"/>
          <ac:spMkLst>
            <pc:docMk/>
            <pc:sldMk cId="1341915616" sldId="851"/>
            <ac:spMk id="31747" creationId="{00000000-0000-0000-0000-000000000000}"/>
          </ac:spMkLst>
        </pc:spChg>
      </pc:sldChg>
      <pc:sldChg chg="addSp delSp modSp add modAnim">
        <pc:chgData name="Petrucci, Vinicius Tavares" userId="0f008dc3-483e-4536-a03d-38dcd594c429" providerId="ADAL" clId="{A583B98C-F495-734A-A4FF-D986800A6477}" dt="2020-06-09T13:42:03.134" v="2277"/>
        <pc:sldMkLst>
          <pc:docMk/>
          <pc:sldMk cId="2339547093" sldId="857"/>
        </pc:sldMkLst>
        <pc:spChg chg="del mod">
          <ac:chgData name="Petrucci, Vinicius Tavares" userId="0f008dc3-483e-4536-a03d-38dcd594c429" providerId="ADAL" clId="{A583B98C-F495-734A-A4FF-D986800A6477}" dt="2020-06-07T21:44:44.813" v="1641" actId="478"/>
          <ac:spMkLst>
            <pc:docMk/>
            <pc:sldMk cId="2339547093" sldId="857"/>
            <ac:spMk id="2" creationId="{00000000-0000-0000-0000-000000000000}"/>
          </ac:spMkLst>
        </pc:spChg>
        <pc:spChg chg="add del mod">
          <ac:chgData name="Petrucci, Vinicius Tavares" userId="0f008dc3-483e-4536-a03d-38dcd594c429" providerId="ADAL" clId="{A583B98C-F495-734A-A4FF-D986800A6477}" dt="2020-06-07T21:44:38.358" v="1640"/>
          <ac:spMkLst>
            <pc:docMk/>
            <pc:sldMk cId="2339547093" sldId="857"/>
            <ac:spMk id="3" creationId="{246CE458-75B1-FF40-AF05-5753969693F0}"/>
          </ac:spMkLst>
        </pc:spChg>
        <pc:spChg chg="add del mod">
          <ac:chgData name="Petrucci, Vinicius Tavares" userId="0f008dc3-483e-4536-a03d-38dcd594c429" providerId="ADAL" clId="{A583B98C-F495-734A-A4FF-D986800A6477}" dt="2020-06-07T21:44:38.358" v="1640"/>
          <ac:spMkLst>
            <pc:docMk/>
            <pc:sldMk cId="2339547093" sldId="857"/>
            <ac:spMk id="4" creationId="{5721F863-1F70-EA43-9D37-3D6D86C027EA}"/>
          </ac:spMkLst>
        </pc:spChg>
        <pc:spChg chg="add del mod">
          <ac:chgData name="Petrucci, Vinicius Tavares" userId="0f008dc3-483e-4536-a03d-38dcd594c429" providerId="ADAL" clId="{A583B98C-F495-734A-A4FF-D986800A6477}" dt="2020-06-07T21:44:38.358" v="1640"/>
          <ac:spMkLst>
            <pc:docMk/>
            <pc:sldMk cId="2339547093" sldId="857"/>
            <ac:spMk id="5" creationId="{0AFD67EF-91A2-0B41-890A-786C770DBD9D}"/>
          </ac:spMkLst>
        </pc:spChg>
        <pc:spChg chg="add mod">
          <ac:chgData name="Petrucci, Vinicius Tavares" userId="0f008dc3-483e-4536-a03d-38dcd594c429" providerId="ADAL" clId="{A583B98C-F495-734A-A4FF-D986800A6477}" dt="2020-06-09T13:42:03.134" v="2277"/>
          <ac:spMkLst>
            <pc:docMk/>
            <pc:sldMk cId="2339547093" sldId="857"/>
            <ac:spMk id="8" creationId="{58524FF5-F62F-A041-9B54-33F88C760274}"/>
          </ac:spMkLst>
        </pc:spChg>
        <pc:spChg chg="mod">
          <ac:chgData name="Petrucci, Vinicius Tavares" userId="0f008dc3-483e-4536-a03d-38dcd594c429" providerId="ADAL" clId="{A583B98C-F495-734A-A4FF-D986800A6477}" dt="2020-06-07T21:44:38.358" v="1640"/>
          <ac:spMkLst>
            <pc:docMk/>
            <pc:sldMk cId="2339547093" sldId="857"/>
            <ac:spMk id="31746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53:01.797" v="1811" actId="20577"/>
          <ac:spMkLst>
            <pc:docMk/>
            <pc:sldMk cId="2339547093" sldId="857"/>
            <ac:spMk id="31747" creationId="{00000000-0000-0000-0000-000000000000}"/>
          </ac:spMkLst>
        </pc:spChg>
      </pc:sldChg>
      <pc:sldChg chg="delSp modSp add modAnim">
        <pc:chgData name="Petrucci, Vinicius Tavares" userId="0f008dc3-483e-4536-a03d-38dcd594c429" providerId="ADAL" clId="{A583B98C-F495-734A-A4FF-D986800A6477}" dt="2020-06-07T22:31:56.474" v="2210" actId="14100"/>
        <pc:sldMkLst>
          <pc:docMk/>
          <pc:sldMk cId="3661637805" sldId="858"/>
        </pc:sldMkLst>
        <pc:spChg chg="del">
          <ac:chgData name="Petrucci, Vinicius Tavares" userId="0f008dc3-483e-4536-a03d-38dcd594c429" providerId="ADAL" clId="{A583B98C-F495-734A-A4FF-D986800A6477}" dt="2020-06-07T21:45:43.333" v="1648" actId="478"/>
          <ac:spMkLst>
            <pc:docMk/>
            <pc:sldMk cId="3661637805" sldId="858"/>
            <ac:spMk id="4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45:53.712" v="1661" actId="1037"/>
          <ac:spMkLst>
            <pc:docMk/>
            <pc:sldMk cId="3661637805" sldId="858"/>
            <ac:spMk id="23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47:09.614" v="1677" actId="1036"/>
          <ac:spMkLst>
            <pc:docMk/>
            <pc:sldMk cId="3661637805" sldId="858"/>
            <ac:spMk id="24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2:31:56.474" v="2210" actId="14100"/>
          <ac:spMkLst>
            <pc:docMk/>
            <pc:sldMk cId="3661637805" sldId="858"/>
            <ac:spMk id="38916" creationId="{00000000-0000-0000-0000-000000000000}"/>
          </ac:spMkLst>
        </pc:spChg>
        <pc:grpChg chg="mod">
          <ac:chgData name="Petrucci, Vinicius Tavares" userId="0f008dc3-483e-4536-a03d-38dcd594c429" providerId="ADAL" clId="{A583B98C-F495-734A-A4FF-D986800A6477}" dt="2020-06-07T21:45:53.712" v="1661" actId="1037"/>
          <ac:grpSpMkLst>
            <pc:docMk/>
            <pc:sldMk cId="3661637805" sldId="858"/>
            <ac:grpSpMk id="52" creationId="{00000000-0000-0000-0000-000000000000}"/>
          </ac:grpSpMkLst>
        </pc:grpChg>
        <pc:cxnChg chg="mod">
          <ac:chgData name="Petrucci, Vinicius Tavares" userId="0f008dc3-483e-4536-a03d-38dcd594c429" providerId="ADAL" clId="{A583B98C-F495-734A-A4FF-D986800A6477}" dt="2020-06-07T21:45:53.712" v="1661" actId="1037"/>
          <ac:cxnSpMkLst>
            <pc:docMk/>
            <pc:sldMk cId="3661637805" sldId="858"/>
            <ac:cxnSpMk id="9" creationId="{00000000-0000-0000-0000-000000000000}"/>
          </ac:cxnSpMkLst>
        </pc:cxnChg>
        <pc:cxnChg chg="mod">
          <ac:chgData name="Petrucci, Vinicius Tavares" userId="0f008dc3-483e-4536-a03d-38dcd594c429" providerId="ADAL" clId="{A583B98C-F495-734A-A4FF-D986800A6477}" dt="2020-06-07T21:45:53.712" v="1661" actId="1037"/>
          <ac:cxnSpMkLst>
            <pc:docMk/>
            <pc:sldMk cId="3661637805" sldId="858"/>
            <ac:cxnSpMk id="27" creationId="{00000000-0000-0000-0000-000000000000}"/>
          </ac:cxnSpMkLst>
        </pc:cxnChg>
      </pc:sldChg>
      <pc:sldChg chg="addSp delSp modSp add">
        <pc:chgData name="Petrucci, Vinicius Tavares" userId="0f008dc3-483e-4536-a03d-38dcd594c429" providerId="ADAL" clId="{A583B98C-F495-734A-A4FF-D986800A6477}" dt="2020-06-09T13:42:09.305" v="2279"/>
        <pc:sldMkLst>
          <pc:docMk/>
          <pc:sldMk cId="3757221187" sldId="859"/>
        </pc:sldMkLst>
        <pc:spChg chg="del">
          <ac:chgData name="Petrucci, Vinicius Tavares" userId="0f008dc3-483e-4536-a03d-38dcd594c429" providerId="ADAL" clId="{A583B98C-F495-734A-A4FF-D986800A6477}" dt="2020-06-07T21:47:03.761" v="1675" actId="478"/>
          <ac:spMkLst>
            <pc:docMk/>
            <pc:sldMk cId="3757221187" sldId="859"/>
            <ac:spMk id="3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48:12.066" v="1693" actId="1038"/>
          <ac:spMkLst>
            <pc:docMk/>
            <pc:sldMk cId="3757221187" sldId="859"/>
            <ac:spMk id="31" creationId="{00000000-0000-0000-0000-000000000000}"/>
          </ac:spMkLst>
        </pc:spChg>
        <pc:spChg chg="add mod">
          <ac:chgData name="Petrucci, Vinicius Tavares" userId="0f008dc3-483e-4536-a03d-38dcd594c429" providerId="ADAL" clId="{A583B98C-F495-734A-A4FF-D986800A6477}" dt="2020-06-09T13:42:09.305" v="2279"/>
          <ac:spMkLst>
            <pc:docMk/>
            <pc:sldMk cId="3757221187" sldId="859"/>
            <ac:spMk id="32" creationId="{00E65ED0-3F5B-3545-9FD6-9080F0F4341F}"/>
          </ac:spMkLst>
        </pc:spChg>
        <pc:spChg chg="mod">
          <ac:chgData name="Petrucci, Vinicius Tavares" userId="0f008dc3-483e-4536-a03d-38dcd594c429" providerId="ADAL" clId="{A583B98C-F495-734A-A4FF-D986800A6477}" dt="2020-06-07T21:48:02.988" v="1691" actId="1035"/>
          <ac:spMkLst>
            <pc:docMk/>
            <pc:sldMk cId="3757221187" sldId="859"/>
            <ac:spMk id="38916" creationId="{00000000-0000-0000-0000-000000000000}"/>
          </ac:spMkLst>
        </pc:spChg>
        <pc:grpChg chg="mod">
          <ac:chgData name="Petrucci, Vinicius Tavares" userId="0f008dc3-483e-4536-a03d-38dcd594c429" providerId="ADAL" clId="{A583B98C-F495-734A-A4FF-D986800A6477}" dt="2020-06-07T21:48:12.066" v="1693" actId="1038"/>
          <ac:grpSpMkLst>
            <pc:docMk/>
            <pc:sldMk cId="3757221187" sldId="859"/>
            <ac:grpSpMk id="16" creationId="{00000000-0000-0000-0000-000000000000}"/>
          </ac:grpSpMkLst>
        </pc:grpChg>
        <pc:cxnChg chg="mod">
          <ac:chgData name="Petrucci, Vinicius Tavares" userId="0f008dc3-483e-4536-a03d-38dcd594c429" providerId="ADAL" clId="{A583B98C-F495-734A-A4FF-D986800A6477}" dt="2020-06-07T21:48:12.066" v="1693" actId="1038"/>
          <ac:cxnSpMkLst>
            <pc:docMk/>
            <pc:sldMk cId="3757221187" sldId="859"/>
            <ac:cxnSpMk id="5" creationId="{00000000-0000-0000-0000-000000000000}"/>
          </ac:cxnSpMkLst>
        </pc:cxnChg>
      </pc:sldChg>
      <pc:sldChg chg="modSp add">
        <pc:chgData name="Petrucci, Vinicius Tavares" userId="0f008dc3-483e-4536-a03d-38dcd594c429" providerId="ADAL" clId="{A583B98C-F495-734A-A4FF-D986800A6477}" dt="2020-06-07T21:49:22.980" v="1736" actId="20577"/>
        <pc:sldMkLst>
          <pc:docMk/>
          <pc:sldMk cId="670039825" sldId="860"/>
        </pc:sldMkLst>
        <pc:spChg chg="mod">
          <ac:chgData name="Petrucci, Vinicius Tavares" userId="0f008dc3-483e-4536-a03d-38dcd594c429" providerId="ADAL" clId="{A583B98C-F495-734A-A4FF-D986800A6477}" dt="2020-06-07T21:48:53.280" v="1706" actId="1038"/>
          <ac:spMkLst>
            <pc:docMk/>
            <pc:sldMk cId="670039825" sldId="860"/>
            <ac:spMk id="5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48:53.280" v="1706" actId="1038"/>
          <ac:spMkLst>
            <pc:docMk/>
            <pc:sldMk cId="670039825" sldId="860"/>
            <ac:spMk id="6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48:44.696" v="1701" actId="20577"/>
          <ac:spMkLst>
            <pc:docMk/>
            <pc:sldMk cId="670039825" sldId="860"/>
            <ac:spMk id="38914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49:22.980" v="1736" actId="20577"/>
          <ac:spMkLst>
            <pc:docMk/>
            <pc:sldMk cId="670039825" sldId="860"/>
            <ac:spMk id="38916" creationId="{00000000-0000-0000-0000-000000000000}"/>
          </ac:spMkLst>
        </pc:spChg>
      </pc:sldChg>
      <pc:sldChg chg="delSp modSp add">
        <pc:chgData name="Petrucci, Vinicius Tavares" userId="0f008dc3-483e-4536-a03d-38dcd594c429" providerId="ADAL" clId="{A583B98C-F495-734A-A4FF-D986800A6477}" dt="2020-06-07T21:50:29.959" v="1747" actId="1076"/>
        <pc:sldMkLst>
          <pc:docMk/>
          <pc:sldMk cId="3780418475" sldId="861"/>
        </pc:sldMkLst>
        <pc:spChg chg="del">
          <ac:chgData name="Petrucci, Vinicius Tavares" userId="0f008dc3-483e-4536-a03d-38dcd594c429" providerId="ADAL" clId="{A583B98C-F495-734A-A4FF-D986800A6477}" dt="2020-06-07T21:50:19.043" v="1737" actId="478"/>
          <ac:spMkLst>
            <pc:docMk/>
            <pc:sldMk cId="3780418475" sldId="861"/>
            <ac:spMk id="2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50:29.959" v="1747" actId="1076"/>
          <ac:spMkLst>
            <pc:docMk/>
            <pc:sldMk cId="3780418475" sldId="861"/>
            <ac:spMk id="6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50:22.611" v="1745" actId="1036"/>
          <ac:spMkLst>
            <pc:docMk/>
            <pc:sldMk cId="3780418475" sldId="861"/>
            <ac:spMk id="448516" creationId="{00000000-0000-0000-0000-000000000000}"/>
          </ac:spMkLst>
        </pc:spChg>
      </pc:sldChg>
      <pc:sldChg chg="addSp delSp modSp add">
        <pc:chgData name="Petrucci, Vinicius Tavares" userId="0f008dc3-483e-4536-a03d-38dcd594c429" providerId="ADAL" clId="{A583B98C-F495-734A-A4FF-D986800A6477}" dt="2020-06-09T13:42:13.588" v="2280"/>
        <pc:sldMkLst>
          <pc:docMk/>
          <pc:sldMk cId="1850847880" sldId="862"/>
        </pc:sldMkLst>
        <pc:spChg chg="del mod">
          <ac:chgData name="Petrucci, Vinicius Tavares" userId="0f008dc3-483e-4536-a03d-38dcd594c429" providerId="ADAL" clId="{A583B98C-F495-734A-A4FF-D986800A6477}" dt="2020-06-07T21:50:52.018" v="1761" actId="478"/>
          <ac:spMkLst>
            <pc:docMk/>
            <pc:sldMk cId="1850847880" sldId="862"/>
            <ac:spMk id="2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51:10.911" v="1769" actId="1035"/>
          <ac:spMkLst>
            <pc:docMk/>
            <pc:sldMk cId="1850847880" sldId="862"/>
            <ac:spMk id="5" creationId="{00000000-0000-0000-0000-000000000000}"/>
          </ac:spMkLst>
        </pc:spChg>
        <pc:spChg chg="add mod">
          <ac:chgData name="Petrucci, Vinicius Tavares" userId="0f008dc3-483e-4536-a03d-38dcd594c429" providerId="ADAL" clId="{A583B98C-F495-734A-A4FF-D986800A6477}" dt="2020-06-09T13:42:13.588" v="2280"/>
          <ac:spMkLst>
            <pc:docMk/>
            <pc:sldMk cId="1850847880" sldId="862"/>
            <ac:spMk id="11" creationId="{C14AF222-9FFD-4F44-AB3D-0BDC9EE27EBF}"/>
          </ac:spMkLst>
        </pc:spChg>
        <pc:spChg chg="mod">
          <ac:chgData name="Petrucci, Vinicius Tavares" userId="0f008dc3-483e-4536-a03d-38dcd594c429" providerId="ADAL" clId="{A583B98C-F495-734A-A4FF-D986800A6477}" dt="2020-06-07T21:50:59.188" v="1763" actId="1076"/>
          <ac:spMkLst>
            <pc:docMk/>
            <pc:sldMk cId="1850847880" sldId="862"/>
            <ac:spMk id="14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50:48.191" v="1760" actId="1037"/>
          <ac:spMkLst>
            <pc:docMk/>
            <pc:sldMk cId="1850847880" sldId="862"/>
            <ac:spMk id="15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50:48.191" v="1760" actId="1037"/>
          <ac:spMkLst>
            <pc:docMk/>
            <pc:sldMk cId="1850847880" sldId="862"/>
            <ac:spMk id="16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50:48.191" v="1760" actId="1037"/>
          <ac:spMkLst>
            <pc:docMk/>
            <pc:sldMk cId="1850847880" sldId="862"/>
            <ac:spMk id="25604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51:05.612" v="1767" actId="1035"/>
          <ac:spMkLst>
            <pc:docMk/>
            <pc:sldMk cId="1850847880" sldId="862"/>
            <ac:spMk id="360451" creationId="{00000000-0000-0000-0000-000000000000}"/>
          </ac:spMkLst>
        </pc:spChg>
        <pc:graphicFrameChg chg="mod">
          <ac:chgData name="Petrucci, Vinicius Tavares" userId="0f008dc3-483e-4536-a03d-38dcd594c429" providerId="ADAL" clId="{A583B98C-F495-734A-A4FF-D986800A6477}" dt="2020-06-07T21:50:48.191" v="1760" actId="1037"/>
          <ac:graphicFrameMkLst>
            <pc:docMk/>
            <pc:sldMk cId="1850847880" sldId="862"/>
            <ac:graphicFrameMk id="20" creationId="{00000000-0000-0000-0000-000000000000}"/>
          </ac:graphicFrameMkLst>
        </pc:graphicFrameChg>
      </pc:sldChg>
      <pc:sldChg chg="addSp delSp modSp add">
        <pc:chgData name="Petrucci, Vinicius Tavares" userId="0f008dc3-483e-4536-a03d-38dcd594c429" providerId="ADAL" clId="{A583B98C-F495-734A-A4FF-D986800A6477}" dt="2020-06-09T13:42:16.094" v="2281"/>
        <pc:sldMkLst>
          <pc:docMk/>
          <pc:sldMk cId="418014225" sldId="863"/>
        </pc:sldMkLst>
        <pc:spChg chg="add mod">
          <ac:chgData name="Petrucci, Vinicius Tavares" userId="0f008dc3-483e-4536-a03d-38dcd594c429" providerId="ADAL" clId="{A583B98C-F495-734A-A4FF-D986800A6477}" dt="2020-06-07T21:51:39.621" v="1782" actId="1076"/>
          <ac:spMkLst>
            <pc:docMk/>
            <pc:sldMk cId="418014225" sldId="863"/>
            <ac:spMk id="2" creationId="{A48B5A19-CA19-A641-AA8D-B9A47CA3529E}"/>
          </ac:spMkLst>
        </pc:spChg>
        <pc:spChg chg="del mod">
          <ac:chgData name="Petrucci, Vinicius Tavares" userId="0f008dc3-483e-4536-a03d-38dcd594c429" providerId="ADAL" clId="{A583B98C-F495-734A-A4FF-D986800A6477}" dt="2020-06-07T21:51:49.514" v="1788"/>
          <ac:spMkLst>
            <pc:docMk/>
            <pc:sldMk cId="418014225" sldId="863"/>
            <ac:spMk id="3" creationId="{00000000-0000-0000-0000-000000000000}"/>
          </ac:spMkLst>
        </pc:spChg>
        <pc:spChg chg="del">
          <ac:chgData name="Petrucci, Vinicius Tavares" userId="0f008dc3-483e-4536-a03d-38dcd594c429" providerId="ADAL" clId="{A583B98C-F495-734A-A4FF-D986800A6477}" dt="2020-06-07T21:51:24.202" v="1776" actId="478"/>
          <ac:spMkLst>
            <pc:docMk/>
            <pc:sldMk cId="418014225" sldId="863"/>
            <ac:spMk id="4" creationId="{00000000-0000-0000-0000-000000000000}"/>
          </ac:spMkLst>
        </pc:spChg>
        <pc:spChg chg="add mod">
          <ac:chgData name="Petrucci, Vinicius Tavares" userId="0f008dc3-483e-4536-a03d-38dcd594c429" providerId="ADAL" clId="{A583B98C-F495-734A-A4FF-D986800A6477}" dt="2020-06-09T13:42:16.094" v="2281"/>
          <ac:spMkLst>
            <pc:docMk/>
            <pc:sldMk cId="418014225" sldId="863"/>
            <ac:spMk id="12" creationId="{8F2FEE1C-7118-564E-B624-26503AA9A554}"/>
          </ac:spMkLst>
        </pc:spChg>
        <pc:spChg chg="mod">
          <ac:chgData name="Petrucci, Vinicius Tavares" userId="0f008dc3-483e-4536-a03d-38dcd594c429" providerId="ADAL" clId="{A583B98C-F495-734A-A4FF-D986800A6477}" dt="2020-06-07T21:51:22.218" v="1775" actId="1036"/>
          <ac:spMkLst>
            <pc:docMk/>
            <pc:sldMk cId="418014225" sldId="863"/>
            <ac:spMk id="14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51:22.218" v="1775" actId="1036"/>
          <ac:spMkLst>
            <pc:docMk/>
            <pc:sldMk cId="418014225" sldId="863"/>
            <ac:spMk id="15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51:29.874" v="1778" actId="1035"/>
          <ac:spMkLst>
            <pc:docMk/>
            <pc:sldMk cId="418014225" sldId="863"/>
            <ac:spMk id="16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51:42.962" v="1784" actId="1035"/>
          <ac:spMkLst>
            <pc:docMk/>
            <pc:sldMk cId="418014225" sldId="863"/>
            <ac:spMk id="17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51:44.445" v="1786" actId="1035"/>
          <ac:spMkLst>
            <pc:docMk/>
            <pc:sldMk cId="418014225" sldId="863"/>
            <ac:spMk id="360451" creationId="{00000000-0000-0000-0000-000000000000}"/>
          </ac:spMkLst>
        </pc:spChg>
        <pc:graphicFrameChg chg="mod">
          <ac:chgData name="Petrucci, Vinicius Tavares" userId="0f008dc3-483e-4536-a03d-38dcd594c429" providerId="ADAL" clId="{A583B98C-F495-734A-A4FF-D986800A6477}" dt="2020-06-07T21:51:22.218" v="1775" actId="1036"/>
          <ac:graphicFrameMkLst>
            <pc:docMk/>
            <pc:sldMk cId="418014225" sldId="863"/>
            <ac:graphicFrameMk id="50" creationId="{00000000-0000-0000-0000-000000000000}"/>
          </ac:graphicFrameMkLst>
        </pc:graphicFrameChg>
      </pc:sldChg>
      <pc:sldChg chg="addSp delSp modSp add">
        <pc:chgData name="Petrucci, Vinicius Tavares" userId="0f008dc3-483e-4536-a03d-38dcd594c429" providerId="ADAL" clId="{A583B98C-F495-734A-A4FF-D986800A6477}" dt="2020-06-09T13:42:18.002" v="2282"/>
        <pc:sldMkLst>
          <pc:docMk/>
          <pc:sldMk cId="2549040344" sldId="865"/>
        </pc:sldMkLst>
        <pc:spChg chg="del">
          <ac:chgData name="Petrucci, Vinicius Tavares" userId="0f008dc3-483e-4536-a03d-38dcd594c429" providerId="ADAL" clId="{A583B98C-F495-734A-A4FF-D986800A6477}" dt="2020-06-07T21:51:58.461" v="1792" actId="478"/>
          <ac:spMkLst>
            <pc:docMk/>
            <pc:sldMk cId="2549040344" sldId="865"/>
            <ac:spMk id="2" creationId="{00000000-0000-0000-0000-000000000000}"/>
          </ac:spMkLst>
        </pc:spChg>
        <pc:spChg chg="add mod">
          <ac:chgData name="Petrucci, Vinicius Tavares" userId="0f008dc3-483e-4536-a03d-38dcd594c429" providerId="ADAL" clId="{A583B98C-F495-734A-A4FF-D986800A6477}" dt="2020-06-09T13:42:18.002" v="2282"/>
          <ac:spMkLst>
            <pc:docMk/>
            <pc:sldMk cId="2549040344" sldId="865"/>
            <ac:spMk id="5" creationId="{A4714E93-0FAA-944F-8749-653E7D9F38A6}"/>
          </ac:spMkLst>
        </pc:spChg>
        <pc:spChg chg="mod">
          <ac:chgData name="Petrucci, Vinicius Tavares" userId="0f008dc3-483e-4536-a03d-38dcd594c429" providerId="ADAL" clId="{A583B98C-F495-734A-A4FF-D986800A6477}" dt="2020-06-07T22:30:33.351" v="2173" actId="1036"/>
          <ac:spMkLst>
            <pc:docMk/>
            <pc:sldMk cId="2549040344" sldId="865"/>
            <ac:spMk id="31747" creationId="{00000000-0000-0000-0000-000000000000}"/>
          </ac:spMkLst>
        </pc:spChg>
      </pc:sldChg>
      <pc:sldChg chg="addSp delSp modSp add">
        <pc:chgData name="Petrucci, Vinicius Tavares" userId="0f008dc3-483e-4536-a03d-38dcd594c429" providerId="ADAL" clId="{A583B98C-F495-734A-A4FF-D986800A6477}" dt="2020-06-09T13:42:31.205" v="2285" actId="1076"/>
        <pc:sldMkLst>
          <pc:docMk/>
          <pc:sldMk cId="2825303798" sldId="867"/>
        </pc:sldMkLst>
        <pc:spChg chg="del">
          <ac:chgData name="Petrucci, Vinicius Tavares" userId="0f008dc3-483e-4536-a03d-38dcd594c429" providerId="ADAL" clId="{A583B98C-F495-734A-A4FF-D986800A6477}" dt="2020-06-07T22:26:00.824" v="2014" actId="478"/>
          <ac:spMkLst>
            <pc:docMk/>
            <pc:sldMk cId="2825303798" sldId="867"/>
            <ac:spMk id="2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9T13:42:31.205" v="2285" actId="1076"/>
          <ac:spMkLst>
            <pc:docMk/>
            <pc:sldMk cId="2825303798" sldId="867"/>
            <ac:spMk id="6" creationId="{00000000-0000-0000-0000-000000000000}"/>
          </ac:spMkLst>
        </pc:spChg>
        <pc:spChg chg="add mod">
          <ac:chgData name="Petrucci, Vinicius Tavares" userId="0f008dc3-483e-4536-a03d-38dcd594c429" providerId="ADAL" clId="{A583B98C-F495-734A-A4FF-D986800A6477}" dt="2020-06-09T13:42:25.119" v="2284"/>
          <ac:spMkLst>
            <pc:docMk/>
            <pc:sldMk cId="2825303798" sldId="867"/>
            <ac:spMk id="7" creationId="{22143128-693A-0A44-B481-8CC5F10FCFC6}"/>
          </ac:spMkLst>
        </pc:spChg>
        <pc:spChg chg="mod">
          <ac:chgData name="Petrucci, Vinicius Tavares" userId="0f008dc3-483e-4536-a03d-38dcd594c429" providerId="ADAL" clId="{A583B98C-F495-734A-A4FF-D986800A6477}" dt="2020-06-07T22:27:57.719" v="2110" actId="14100"/>
          <ac:spMkLst>
            <pc:docMk/>
            <pc:sldMk cId="2825303798" sldId="867"/>
            <ac:spMk id="31747" creationId="{00000000-0000-0000-0000-000000000000}"/>
          </ac:spMkLst>
        </pc:spChg>
        <pc:picChg chg="mod">
          <ac:chgData name="Petrucci, Vinicius Tavares" userId="0f008dc3-483e-4536-a03d-38dcd594c429" providerId="ADAL" clId="{A583B98C-F495-734A-A4FF-D986800A6477}" dt="2020-06-07T22:26:14.454" v="2026" actId="1037"/>
          <ac:picMkLst>
            <pc:docMk/>
            <pc:sldMk cId="2825303798" sldId="867"/>
            <ac:picMk id="8" creationId="{00000000-0000-0000-0000-000000000000}"/>
          </ac:picMkLst>
        </pc:picChg>
      </pc:sldChg>
      <pc:sldChg chg="addSp delSp modSp add modAnim">
        <pc:chgData name="Petrucci, Vinicius Tavares" userId="0f008dc3-483e-4536-a03d-38dcd594c429" providerId="ADAL" clId="{A583B98C-F495-734A-A4FF-D986800A6477}" dt="2020-06-09T13:41:03.630" v="2251" actId="478"/>
        <pc:sldMkLst>
          <pc:docMk/>
          <pc:sldMk cId="2384504379" sldId="873"/>
        </pc:sldMkLst>
        <pc:spChg chg="del mod">
          <ac:chgData name="Petrucci, Vinicius Tavares" userId="0f008dc3-483e-4536-a03d-38dcd594c429" providerId="ADAL" clId="{A583B98C-F495-734A-A4FF-D986800A6477}" dt="2020-06-06T02:55:01.510" v="239" actId="478"/>
          <ac:spMkLst>
            <pc:docMk/>
            <pc:sldMk cId="2384504379" sldId="873"/>
            <ac:spMk id="2" creationId="{00000000-0000-0000-0000-000000000000}"/>
          </ac:spMkLst>
        </pc:spChg>
        <pc:spChg chg="add del mod">
          <ac:chgData name="Petrucci, Vinicius Tavares" userId="0f008dc3-483e-4536-a03d-38dcd594c429" providerId="ADAL" clId="{A583B98C-F495-734A-A4FF-D986800A6477}" dt="2020-06-06T02:52:50.576" v="154"/>
          <ac:spMkLst>
            <pc:docMk/>
            <pc:sldMk cId="2384504379" sldId="873"/>
            <ac:spMk id="4" creationId="{15029982-DDB5-A54A-BD7A-0E87497B41E1}"/>
          </ac:spMkLst>
        </pc:spChg>
        <pc:spChg chg="add del mod">
          <ac:chgData name="Petrucci, Vinicius Tavares" userId="0f008dc3-483e-4536-a03d-38dcd594c429" providerId="ADAL" clId="{A583B98C-F495-734A-A4FF-D986800A6477}" dt="2020-06-06T02:52:50.576" v="154"/>
          <ac:spMkLst>
            <pc:docMk/>
            <pc:sldMk cId="2384504379" sldId="873"/>
            <ac:spMk id="5" creationId="{E90F13EC-6B04-614F-99DB-ADF4C96F28C2}"/>
          </ac:spMkLst>
        </pc:spChg>
        <pc:spChg chg="add del mod">
          <ac:chgData name="Petrucci, Vinicius Tavares" userId="0f008dc3-483e-4536-a03d-38dcd594c429" providerId="ADAL" clId="{A583B98C-F495-734A-A4FF-D986800A6477}" dt="2020-06-06T02:52:50.576" v="154"/>
          <ac:spMkLst>
            <pc:docMk/>
            <pc:sldMk cId="2384504379" sldId="873"/>
            <ac:spMk id="6" creationId="{2FB2041B-7FCA-FB4F-8CAC-1720B0771AF3}"/>
          </ac:spMkLst>
        </pc:spChg>
        <pc:spChg chg="mod">
          <ac:chgData name="Petrucci, Vinicius Tavares" userId="0f008dc3-483e-4536-a03d-38dcd594c429" providerId="ADAL" clId="{A583B98C-F495-734A-A4FF-D986800A6477}" dt="2020-06-07T15:54:02.851" v="550" actId="1037"/>
          <ac:spMkLst>
            <pc:docMk/>
            <pc:sldMk cId="2384504379" sldId="873"/>
            <ac:spMk id="21" creationId="{00000000-0000-0000-0000-000000000000}"/>
          </ac:spMkLst>
        </pc:spChg>
        <pc:spChg chg="add del mod">
          <ac:chgData name="Petrucci, Vinicius Tavares" userId="0f008dc3-483e-4536-a03d-38dcd594c429" providerId="ADAL" clId="{A583B98C-F495-734A-A4FF-D986800A6477}" dt="2020-06-09T13:41:03.630" v="2251" actId="478"/>
          <ac:spMkLst>
            <pc:docMk/>
            <pc:sldMk cId="2384504379" sldId="873"/>
            <ac:spMk id="22" creationId="{700BB9F7-8BCB-6C47-A95C-FCD6FAC7E8D1}"/>
          </ac:spMkLst>
        </pc:spChg>
        <pc:spChg chg="mod">
          <ac:chgData name="Petrucci, Vinicius Tavares" userId="0f008dc3-483e-4536-a03d-38dcd594c429" providerId="ADAL" clId="{A583B98C-F495-734A-A4FF-D986800A6477}" dt="2020-06-07T15:54:02.851" v="550" actId="1037"/>
          <ac:spMkLst>
            <pc:docMk/>
            <pc:sldMk cId="2384504379" sldId="873"/>
            <ac:spMk id="25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15:54:02.851" v="550" actId="1037"/>
          <ac:spMkLst>
            <pc:docMk/>
            <pc:sldMk cId="2384504379" sldId="873"/>
            <ac:spMk id="26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15:54:02.851" v="550" actId="1037"/>
          <ac:spMkLst>
            <pc:docMk/>
            <pc:sldMk cId="2384504379" sldId="873"/>
            <ac:spMk id="27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15:54:02.851" v="550" actId="1037"/>
          <ac:spMkLst>
            <pc:docMk/>
            <pc:sldMk cId="2384504379" sldId="873"/>
            <ac:spMk id="28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15:54:02.851" v="550" actId="1037"/>
          <ac:spMkLst>
            <pc:docMk/>
            <pc:sldMk cId="2384504379" sldId="873"/>
            <ac:spMk id="29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15:54:02.851" v="550" actId="1037"/>
          <ac:spMkLst>
            <pc:docMk/>
            <pc:sldMk cId="2384504379" sldId="873"/>
            <ac:spMk id="30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15:54:02.851" v="550" actId="1037"/>
          <ac:spMkLst>
            <pc:docMk/>
            <pc:sldMk cId="2384504379" sldId="873"/>
            <ac:spMk id="31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15:54:02.851" v="550" actId="1037"/>
          <ac:spMkLst>
            <pc:docMk/>
            <pc:sldMk cId="2384504379" sldId="873"/>
            <ac:spMk id="32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15:54:02.851" v="550" actId="1037"/>
          <ac:spMkLst>
            <pc:docMk/>
            <pc:sldMk cId="2384504379" sldId="873"/>
            <ac:spMk id="33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15:54:02.851" v="550" actId="1037"/>
          <ac:spMkLst>
            <pc:docMk/>
            <pc:sldMk cId="2384504379" sldId="873"/>
            <ac:spMk id="34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15:54:02.851" v="550" actId="1037"/>
          <ac:spMkLst>
            <pc:docMk/>
            <pc:sldMk cId="2384504379" sldId="873"/>
            <ac:spMk id="35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6T03:07:16.075" v="412" actId="20577"/>
          <ac:spMkLst>
            <pc:docMk/>
            <pc:sldMk cId="2384504379" sldId="873"/>
            <ac:spMk id="10242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6T02:56:45.234" v="284" actId="27636"/>
          <ac:spMkLst>
            <pc:docMk/>
            <pc:sldMk cId="2384504379" sldId="873"/>
            <ac:spMk id="10243" creationId="{00000000-0000-0000-0000-000000000000}"/>
          </ac:spMkLst>
        </pc:spChg>
        <pc:grpChg chg="mod">
          <ac:chgData name="Petrucci, Vinicius Tavares" userId="0f008dc3-483e-4536-a03d-38dcd594c429" providerId="ADAL" clId="{A583B98C-F495-734A-A4FF-D986800A6477}" dt="2020-06-07T15:54:02.851" v="550" actId="1037"/>
          <ac:grpSpMkLst>
            <pc:docMk/>
            <pc:sldMk cId="2384504379" sldId="873"/>
            <ac:grpSpMk id="3" creationId="{00000000-0000-0000-0000-000000000000}"/>
          </ac:grpSpMkLst>
        </pc:grpChg>
      </pc:sldChg>
      <pc:sldChg chg="delSp modSp add ord">
        <pc:chgData name="Petrucci, Vinicius Tavares" userId="0f008dc3-483e-4536-a03d-38dcd594c429" providerId="ADAL" clId="{A583B98C-F495-734A-A4FF-D986800A6477}" dt="2020-06-07T22:28:57.756" v="2128"/>
        <pc:sldMkLst>
          <pc:docMk/>
          <pc:sldMk cId="256157954" sldId="876"/>
        </pc:sldMkLst>
        <pc:spChg chg="del mod">
          <ac:chgData name="Petrucci, Vinicius Tavares" userId="0f008dc3-483e-4536-a03d-38dcd594c429" providerId="ADAL" clId="{A583B98C-F495-734A-A4FF-D986800A6477}" dt="2020-06-07T22:25:16.558" v="1996" actId="478"/>
          <ac:spMkLst>
            <pc:docMk/>
            <pc:sldMk cId="256157954" sldId="876"/>
            <ac:spMk id="2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2:28:04.507" v="2112" actId="1036"/>
          <ac:spMkLst>
            <pc:docMk/>
            <pc:sldMk cId="256157954" sldId="876"/>
            <ac:spMk id="31747" creationId="{00000000-0000-0000-0000-000000000000}"/>
          </ac:spMkLst>
        </pc:spChg>
      </pc:sldChg>
      <pc:sldChg chg="addSp delSp modSp add mod modShow">
        <pc:chgData name="Petrucci, Vinicius Tavares" userId="0f008dc3-483e-4536-a03d-38dcd594c429" providerId="ADAL" clId="{A583B98C-F495-734A-A4FF-D986800A6477}" dt="2020-06-09T13:45:35.594" v="2304" actId="1037"/>
        <pc:sldMkLst>
          <pc:docMk/>
          <pc:sldMk cId="936273397" sldId="877"/>
        </pc:sldMkLst>
        <pc:spChg chg="mod">
          <ac:chgData name="Petrucci, Vinicius Tavares" userId="0f008dc3-483e-4536-a03d-38dcd594c429" providerId="ADAL" clId="{A583B98C-F495-734A-A4FF-D986800A6477}" dt="2020-06-07T21:42:11.949" v="1614" actId="20577"/>
          <ac:spMkLst>
            <pc:docMk/>
            <pc:sldMk cId="936273397" sldId="877"/>
            <ac:spMk id="2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9T13:45:28.556" v="2293" actId="1036"/>
          <ac:spMkLst>
            <pc:docMk/>
            <pc:sldMk cId="936273397" sldId="877"/>
            <ac:spMk id="3" creationId="{00000000-0000-0000-0000-000000000000}"/>
          </ac:spMkLst>
        </pc:spChg>
        <pc:spChg chg="del">
          <ac:chgData name="Petrucci, Vinicius Tavares" userId="0f008dc3-483e-4536-a03d-38dcd594c429" providerId="ADAL" clId="{A583B98C-F495-734A-A4FF-D986800A6477}" dt="2020-06-07T21:42:51.459" v="1633" actId="478"/>
          <ac:spMkLst>
            <pc:docMk/>
            <pc:sldMk cId="936273397" sldId="877"/>
            <ac:spMk id="4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9T13:45:35.594" v="2304" actId="1037"/>
          <ac:spMkLst>
            <pc:docMk/>
            <pc:sldMk cId="936273397" sldId="877"/>
            <ac:spMk id="6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8T13:51:29.459" v="2229" actId="1076"/>
          <ac:spMkLst>
            <pc:docMk/>
            <pc:sldMk cId="936273397" sldId="877"/>
            <ac:spMk id="7" creationId="{00000000-0000-0000-0000-000000000000}"/>
          </ac:spMkLst>
        </pc:spChg>
        <pc:spChg chg="add mod">
          <ac:chgData name="Petrucci, Vinicius Tavares" userId="0f008dc3-483e-4536-a03d-38dcd594c429" providerId="ADAL" clId="{A583B98C-F495-734A-A4FF-D986800A6477}" dt="2020-06-09T13:42:00.747" v="2276"/>
          <ac:spMkLst>
            <pc:docMk/>
            <pc:sldMk cId="936273397" sldId="877"/>
            <ac:spMk id="8" creationId="{9DC093A2-AE60-6040-8EAD-5EECD87E841A}"/>
          </ac:spMkLst>
        </pc:spChg>
        <pc:graphicFrameChg chg="mod">
          <ac:chgData name="Petrucci, Vinicius Tavares" userId="0f008dc3-483e-4536-a03d-38dcd594c429" providerId="ADAL" clId="{A583B98C-F495-734A-A4FF-D986800A6477}" dt="2020-06-08T13:51:24.600" v="2228" actId="1035"/>
          <ac:graphicFrameMkLst>
            <pc:docMk/>
            <pc:sldMk cId="936273397" sldId="877"/>
            <ac:graphicFrameMk id="5" creationId="{00000000-0000-0000-0000-000000000000}"/>
          </ac:graphicFrameMkLst>
        </pc:graphicFrameChg>
      </pc:sldChg>
      <pc:sldChg chg="addSp delSp modSp add modAnim">
        <pc:chgData name="Petrucci, Vinicius Tavares" userId="0f008dc3-483e-4536-a03d-38dcd594c429" providerId="ADAL" clId="{A583B98C-F495-734A-A4FF-D986800A6477}" dt="2020-06-06T03:11:26.873" v="463" actId="113"/>
        <pc:sldMkLst>
          <pc:docMk/>
          <pc:sldMk cId="933678939" sldId="945"/>
        </pc:sldMkLst>
        <pc:spChg chg="add del mod">
          <ac:chgData name="Petrucci, Vinicius Tavares" userId="0f008dc3-483e-4536-a03d-38dcd594c429" providerId="ADAL" clId="{A583B98C-F495-734A-A4FF-D986800A6477}" dt="2020-06-06T02:43:12.536" v="48"/>
          <ac:spMkLst>
            <pc:docMk/>
            <pc:sldMk cId="933678939" sldId="945"/>
            <ac:spMk id="2" creationId="{725F443E-3294-AE4C-8369-6E3397538FC6}"/>
          </ac:spMkLst>
        </pc:spChg>
        <pc:spChg chg="add del mod">
          <ac:chgData name="Petrucci, Vinicius Tavares" userId="0f008dc3-483e-4536-a03d-38dcd594c429" providerId="ADAL" clId="{A583B98C-F495-734A-A4FF-D986800A6477}" dt="2020-06-06T02:43:12.536" v="48"/>
          <ac:spMkLst>
            <pc:docMk/>
            <pc:sldMk cId="933678939" sldId="945"/>
            <ac:spMk id="3" creationId="{99D374F3-0B2F-D445-8D99-3334CEF314FC}"/>
          </ac:spMkLst>
        </pc:spChg>
        <pc:spChg chg="mod">
          <ac:chgData name="Petrucci, Vinicius Tavares" userId="0f008dc3-483e-4536-a03d-38dcd594c429" providerId="ADAL" clId="{A583B98C-F495-734A-A4FF-D986800A6477}" dt="2020-06-06T03:10:27.109" v="459" actId="1038"/>
          <ac:spMkLst>
            <pc:docMk/>
            <pc:sldMk cId="933678939" sldId="945"/>
            <ac:spMk id="16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6T03:10:27.109" v="459" actId="1038"/>
          <ac:spMkLst>
            <pc:docMk/>
            <pc:sldMk cId="933678939" sldId="945"/>
            <ac:spMk id="20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6T03:10:27.109" v="459" actId="1038"/>
          <ac:spMkLst>
            <pc:docMk/>
            <pc:sldMk cId="933678939" sldId="945"/>
            <ac:spMk id="21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6T03:10:27.109" v="459" actId="1038"/>
          <ac:spMkLst>
            <pc:docMk/>
            <pc:sldMk cId="933678939" sldId="945"/>
            <ac:spMk id="22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6T03:11:26.873" v="463" actId="113"/>
          <ac:spMkLst>
            <pc:docMk/>
            <pc:sldMk cId="933678939" sldId="945"/>
            <ac:spMk id="23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6T02:43:12.536" v="48"/>
          <ac:spMkLst>
            <pc:docMk/>
            <pc:sldMk cId="933678939" sldId="945"/>
            <ac:spMk id="10242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6T02:48:17.635" v="143" actId="20577"/>
          <ac:spMkLst>
            <pc:docMk/>
            <pc:sldMk cId="933678939" sldId="945"/>
            <ac:spMk id="10243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6T03:10:27.109" v="459" actId="1038"/>
          <ac:spMkLst>
            <pc:docMk/>
            <pc:sldMk cId="933678939" sldId="945"/>
            <ac:spMk id="10244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6T03:10:27.109" v="459" actId="1038"/>
          <ac:spMkLst>
            <pc:docMk/>
            <pc:sldMk cId="933678939" sldId="945"/>
            <ac:spMk id="10245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6T03:10:27.109" v="459" actId="1038"/>
          <ac:spMkLst>
            <pc:docMk/>
            <pc:sldMk cId="933678939" sldId="945"/>
            <ac:spMk id="10246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6T03:10:27.109" v="459" actId="1038"/>
          <ac:spMkLst>
            <pc:docMk/>
            <pc:sldMk cId="933678939" sldId="945"/>
            <ac:spMk id="10249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6T03:10:27.109" v="459" actId="1038"/>
          <ac:spMkLst>
            <pc:docMk/>
            <pc:sldMk cId="933678939" sldId="945"/>
            <ac:spMk id="10250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6T03:10:27.109" v="459" actId="1038"/>
          <ac:spMkLst>
            <pc:docMk/>
            <pc:sldMk cId="933678939" sldId="945"/>
            <ac:spMk id="10251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6T03:11:23.535" v="462" actId="113"/>
          <ac:spMkLst>
            <pc:docMk/>
            <pc:sldMk cId="933678939" sldId="945"/>
            <ac:spMk id="10252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6T03:10:27.109" v="459" actId="1038"/>
          <ac:spMkLst>
            <pc:docMk/>
            <pc:sldMk cId="933678939" sldId="945"/>
            <ac:spMk id="10253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6T03:10:27.109" v="459" actId="1038"/>
          <ac:spMkLst>
            <pc:docMk/>
            <pc:sldMk cId="933678939" sldId="945"/>
            <ac:spMk id="10254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6T03:10:54.355" v="461" actId="1038"/>
          <ac:spMkLst>
            <pc:docMk/>
            <pc:sldMk cId="933678939" sldId="945"/>
            <ac:spMk id="10257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6T03:10:27.109" v="459" actId="1038"/>
          <ac:spMkLst>
            <pc:docMk/>
            <pc:sldMk cId="933678939" sldId="945"/>
            <ac:spMk id="348180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6T03:10:27.109" v="459" actId="1038"/>
          <ac:spMkLst>
            <pc:docMk/>
            <pc:sldMk cId="933678939" sldId="945"/>
            <ac:spMk id="348181" creationId="{00000000-0000-0000-0000-000000000000}"/>
          </ac:spMkLst>
        </pc:spChg>
        <pc:cxnChg chg="mod">
          <ac:chgData name="Petrucci, Vinicius Tavares" userId="0f008dc3-483e-4536-a03d-38dcd594c429" providerId="ADAL" clId="{A583B98C-F495-734A-A4FF-D986800A6477}" dt="2020-06-06T03:10:27.109" v="459" actId="1038"/>
          <ac:cxnSpMkLst>
            <pc:docMk/>
            <pc:sldMk cId="933678939" sldId="945"/>
            <ac:cxnSpMk id="18" creationId="{00000000-0000-0000-0000-000000000000}"/>
          </ac:cxnSpMkLst>
        </pc:cxnChg>
      </pc:sldChg>
      <pc:sldChg chg="modSp add del">
        <pc:chgData name="Petrucci, Vinicius Tavares" userId="0f008dc3-483e-4536-a03d-38dcd594c429" providerId="ADAL" clId="{A583B98C-F495-734A-A4FF-D986800A6477}" dt="2020-06-06T03:13:44.711" v="464" actId="2696"/>
        <pc:sldMkLst>
          <pc:docMk/>
          <pc:sldMk cId="3511668679" sldId="946"/>
        </pc:sldMkLst>
        <pc:spChg chg="mod">
          <ac:chgData name="Petrucci, Vinicius Tavares" userId="0f008dc3-483e-4536-a03d-38dcd594c429" providerId="ADAL" clId="{A583B98C-F495-734A-A4FF-D986800A6477}" dt="2020-06-06T02:49:02.268" v="146" actId="1038"/>
          <ac:spMkLst>
            <pc:docMk/>
            <pc:sldMk cId="3511668679" sldId="946"/>
            <ac:spMk id="11267" creationId="{00000000-0000-0000-0000-000000000000}"/>
          </ac:spMkLst>
        </pc:spChg>
      </pc:sldChg>
      <pc:sldChg chg="addSp delSp modSp add del">
        <pc:chgData name="Petrucci, Vinicius Tavares" userId="0f008dc3-483e-4536-a03d-38dcd594c429" providerId="ADAL" clId="{A583B98C-F495-734A-A4FF-D986800A6477}" dt="2020-06-07T16:08:13.627" v="771" actId="2696"/>
        <pc:sldMkLst>
          <pc:docMk/>
          <pc:sldMk cId="4026205131" sldId="954"/>
        </pc:sldMkLst>
        <pc:spChg chg="add del mod">
          <ac:chgData name="Petrucci, Vinicius Tavares" userId="0f008dc3-483e-4536-a03d-38dcd594c429" providerId="ADAL" clId="{A583B98C-F495-734A-A4FF-D986800A6477}" dt="2020-06-07T16:00:47.139" v="628"/>
          <ac:spMkLst>
            <pc:docMk/>
            <pc:sldMk cId="4026205131" sldId="954"/>
            <ac:spMk id="2" creationId="{2C23E013-9319-F24D-A8ED-BB2C8D0546F5}"/>
          </ac:spMkLst>
        </pc:spChg>
        <pc:spChg chg="add del mod">
          <ac:chgData name="Petrucci, Vinicius Tavares" userId="0f008dc3-483e-4536-a03d-38dcd594c429" providerId="ADAL" clId="{A583B98C-F495-734A-A4FF-D986800A6477}" dt="2020-06-07T16:00:47.139" v="628"/>
          <ac:spMkLst>
            <pc:docMk/>
            <pc:sldMk cId="4026205131" sldId="954"/>
            <ac:spMk id="3" creationId="{D48D8088-566A-8F49-8C97-77E6C685BA2E}"/>
          </ac:spMkLst>
        </pc:spChg>
        <pc:spChg chg="mod">
          <ac:chgData name="Petrucci, Vinicius Tavares" userId="0f008dc3-483e-4536-a03d-38dcd594c429" providerId="ADAL" clId="{A583B98C-F495-734A-A4FF-D986800A6477}" dt="2020-06-07T16:00:47.139" v="628"/>
          <ac:spMkLst>
            <pc:docMk/>
            <pc:sldMk cId="4026205131" sldId="954"/>
            <ac:spMk id="22530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16:01:29.381" v="648" actId="14100"/>
          <ac:spMkLst>
            <pc:docMk/>
            <pc:sldMk cId="4026205131" sldId="954"/>
            <ac:spMk id="22531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16:01:16.766" v="638" actId="1076"/>
          <ac:spMkLst>
            <pc:docMk/>
            <pc:sldMk cId="4026205131" sldId="954"/>
            <ac:spMk id="22532" creationId="{00000000-0000-0000-0000-000000000000}"/>
          </ac:spMkLst>
        </pc:spChg>
      </pc:sldChg>
      <pc:sldChg chg="addSp delSp modSp add modAnim">
        <pc:chgData name="Petrucci, Vinicius Tavares" userId="0f008dc3-483e-4536-a03d-38dcd594c429" providerId="ADAL" clId="{A583B98C-F495-734A-A4FF-D986800A6477}" dt="2020-06-07T20:58:20.709" v="1109" actId="1035"/>
        <pc:sldMkLst>
          <pc:docMk/>
          <pc:sldMk cId="2072374815" sldId="957"/>
        </pc:sldMkLst>
        <pc:spChg chg="add del mod">
          <ac:chgData name="Petrucci, Vinicius Tavares" userId="0f008dc3-483e-4536-a03d-38dcd594c429" providerId="ADAL" clId="{A583B98C-F495-734A-A4FF-D986800A6477}" dt="2020-06-07T16:21:12.872" v="918"/>
          <ac:spMkLst>
            <pc:docMk/>
            <pc:sldMk cId="2072374815" sldId="957"/>
            <ac:spMk id="2" creationId="{06687AAE-9038-1E4D-A0E6-E0F537F61E2A}"/>
          </ac:spMkLst>
        </pc:spChg>
        <pc:spChg chg="add del mod">
          <ac:chgData name="Petrucci, Vinicius Tavares" userId="0f008dc3-483e-4536-a03d-38dcd594c429" providerId="ADAL" clId="{A583B98C-F495-734A-A4FF-D986800A6477}" dt="2020-06-07T16:21:15.138" v="919" actId="478"/>
          <ac:spMkLst>
            <pc:docMk/>
            <pc:sldMk cId="2072374815" sldId="957"/>
            <ac:spMk id="3" creationId="{6A49CF90-725E-DA4A-B1B3-EDB7D70A82FC}"/>
          </ac:spMkLst>
        </pc:spChg>
        <pc:spChg chg="mod">
          <ac:chgData name="Petrucci, Vinicius Tavares" userId="0f008dc3-483e-4536-a03d-38dcd594c429" providerId="ADAL" clId="{A583B98C-F495-734A-A4FF-D986800A6477}" dt="2020-06-07T20:58:20.709" v="1109" actId="1035"/>
          <ac:spMkLst>
            <pc:docMk/>
            <pc:sldMk cId="2072374815" sldId="957"/>
            <ac:spMk id="5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16:21:21.687" v="921" actId="1076"/>
          <ac:spMkLst>
            <pc:docMk/>
            <pc:sldMk cId="2072374815" sldId="957"/>
            <ac:spMk id="6" creationId="{00000000-0000-0000-0000-000000000000}"/>
          </ac:spMkLst>
        </pc:spChg>
        <pc:spChg chg="add mod">
          <ac:chgData name="Petrucci, Vinicius Tavares" userId="0f008dc3-483e-4536-a03d-38dcd594c429" providerId="ADAL" clId="{A583B98C-F495-734A-A4FF-D986800A6477}" dt="2020-06-07T16:21:37.929" v="927" actId="14100"/>
          <ac:spMkLst>
            <pc:docMk/>
            <pc:sldMk cId="2072374815" sldId="957"/>
            <ac:spMk id="10" creationId="{AEECA0E6-46F3-D643-863D-846A2EEA7FF4}"/>
          </ac:spMkLst>
        </pc:spChg>
        <pc:spChg chg="add mod">
          <ac:chgData name="Petrucci, Vinicius Tavares" userId="0f008dc3-483e-4536-a03d-38dcd594c429" providerId="ADAL" clId="{A583B98C-F495-734A-A4FF-D986800A6477}" dt="2020-06-07T20:58:07.229" v="1106" actId="1035"/>
          <ac:spMkLst>
            <pc:docMk/>
            <pc:sldMk cId="2072374815" sldId="957"/>
            <ac:spMk id="13" creationId="{8B537F25-C5AD-B940-9880-962CD978F3CD}"/>
          </ac:spMkLst>
        </pc:spChg>
        <pc:spChg chg="mod">
          <ac:chgData name="Petrucci, Vinicius Tavares" userId="0f008dc3-483e-4536-a03d-38dcd594c429" providerId="ADAL" clId="{A583B98C-F495-734A-A4FF-D986800A6477}" dt="2020-06-07T16:21:12.872" v="918"/>
          <ac:spMkLst>
            <pc:docMk/>
            <pc:sldMk cId="2072374815" sldId="957"/>
            <ac:spMk id="24578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0:58:14.808" v="1108" actId="14100"/>
          <ac:spMkLst>
            <pc:docMk/>
            <pc:sldMk cId="2072374815" sldId="957"/>
            <ac:spMk id="24580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0:58:12.439" v="1107" actId="14100"/>
          <ac:spMkLst>
            <pc:docMk/>
            <pc:sldMk cId="2072374815" sldId="957"/>
            <ac:spMk id="448516" creationId="{00000000-0000-0000-0000-000000000000}"/>
          </ac:spMkLst>
        </pc:spChg>
        <pc:cxnChg chg="add mod">
          <ac:chgData name="Petrucci, Vinicius Tavares" userId="0f008dc3-483e-4536-a03d-38dcd594c429" providerId="ADAL" clId="{A583B98C-F495-734A-A4FF-D986800A6477}" dt="2020-06-07T16:21:37.929" v="927" actId="14100"/>
          <ac:cxnSpMkLst>
            <pc:docMk/>
            <pc:sldMk cId="2072374815" sldId="957"/>
            <ac:cxnSpMk id="9" creationId="{4F1FD63C-A8A9-144A-B144-6E7DF364350F}"/>
          </ac:cxnSpMkLst>
        </pc:cxnChg>
        <pc:cxnChg chg="add mod">
          <ac:chgData name="Petrucci, Vinicius Tavares" userId="0f008dc3-483e-4536-a03d-38dcd594c429" providerId="ADAL" clId="{A583B98C-F495-734A-A4FF-D986800A6477}" dt="2020-06-07T20:58:07.229" v="1106" actId="1035"/>
          <ac:cxnSpMkLst>
            <pc:docMk/>
            <pc:sldMk cId="2072374815" sldId="957"/>
            <ac:cxnSpMk id="12" creationId="{5F4ADF81-E2EF-3440-8805-7DC2AB138FDA}"/>
          </ac:cxnSpMkLst>
        </pc:cxnChg>
      </pc:sldChg>
      <pc:sldChg chg="addSp delSp modSp add modAnim">
        <pc:chgData name="Petrucci, Vinicius Tavares" userId="0f008dc3-483e-4536-a03d-38dcd594c429" providerId="ADAL" clId="{A583B98C-F495-734A-A4FF-D986800A6477}" dt="2020-06-09T13:41:24.250" v="2261"/>
        <pc:sldMkLst>
          <pc:docMk/>
          <pc:sldMk cId="2018395715" sldId="958"/>
        </pc:sldMkLst>
        <pc:spChg chg="add del mod">
          <ac:chgData name="Petrucci, Vinicius Tavares" userId="0f008dc3-483e-4536-a03d-38dcd594c429" providerId="ADAL" clId="{A583B98C-F495-734A-A4FF-D986800A6477}" dt="2020-06-07T16:24:35.112" v="952"/>
          <ac:spMkLst>
            <pc:docMk/>
            <pc:sldMk cId="2018395715" sldId="958"/>
            <ac:spMk id="2" creationId="{F4AA0BFE-64B1-394B-9310-3B151C2B316D}"/>
          </ac:spMkLst>
        </pc:spChg>
        <pc:spChg chg="add del mod">
          <ac:chgData name="Petrucci, Vinicius Tavares" userId="0f008dc3-483e-4536-a03d-38dcd594c429" providerId="ADAL" clId="{A583B98C-F495-734A-A4FF-D986800A6477}" dt="2020-06-07T16:24:37.993" v="953" actId="478"/>
          <ac:spMkLst>
            <pc:docMk/>
            <pc:sldMk cId="2018395715" sldId="958"/>
            <ac:spMk id="4" creationId="{BAB44078-A68B-2A40-8692-8F19AF78D4C6}"/>
          </ac:spMkLst>
        </pc:spChg>
        <pc:spChg chg="mod">
          <ac:chgData name="Petrucci, Vinicius Tavares" userId="0f008dc3-483e-4536-a03d-38dcd594c429" providerId="ADAL" clId="{A583B98C-F495-734A-A4FF-D986800A6477}" dt="2020-06-07T20:57:49.298" v="1102" actId="1037"/>
          <ac:spMkLst>
            <pc:docMk/>
            <pc:sldMk cId="2018395715" sldId="958"/>
            <ac:spMk id="5" creationId="{00000000-0000-0000-0000-000000000000}"/>
          </ac:spMkLst>
        </pc:spChg>
        <pc:spChg chg="del mod">
          <ac:chgData name="Petrucci, Vinicius Tavares" userId="0f008dc3-483e-4536-a03d-38dcd594c429" providerId="ADAL" clId="{A583B98C-F495-734A-A4FF-D986800A6477}" dt="2020-06-07T16:25:38.235" v="984" actId="478"/>
          <ac:spMkLst>
            <pc:docMk/>
            <pc:sldMk cId="2018395715" sldId="958"/>
            <ac:spMk id="16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06:12.852" v="1138" actId="164"/>
          <ac:spMkLst>
            <pc:docMk/>
            <pc:sldMk cId="2018395715" sldId="958"/>
            <ac:spMk id="18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04:25.729" v="1132" actId="113"/>
          <ac:spMkLst>
            <pc:docMk/>
            <pc:sldMk cId="2018395715" sldId="958"/>
            <ac:spMk id="25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16:26:08.108" v="996" actId="2711"/>
          <ac:spMkLst>
            <pc:docMk/>
            <pc:sldMk cId="2018395715" sldId="958"/>
            <ac:spMk id="26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04:32.179" v="1133" actId="113"/>
          <ac:spMkLst>
            <pc:docMk/>
            <pc:sldMk cId="2018395715" sldId="958"/>
            <ac:spMk id="27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04:32.179" v="1133" actId="113"/>
          <ac:spMkLst>
            <pc:docMk/>
            <pc:sldMk cId="2018395715" sldId="958"/>
            <ac:spMk id="28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04:32.179" v="1133" actId="113"/>
          <ac:spMkLst>
            <pc:docMk/>
            <pc:sldMk cId="2018395715" sldId="958"/>
            <ac:spMk id="29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04:32.179" v="1133" actId="113"/>
          <ac:spMkLst>
            <pc:docMk/>
            <pc:sldMk cId="2018395715" sldId="958"/>
            <ac:spMk id="30" creationId="{00000000-0000-0000-0000-000000000000}"/>
          </ac:spMkLst>
        </pc:spChg>
        <pc:spChg chg="add mod">
          <ac:chgData name="Petrucci, Vinicius Tavares" userId="0f008dc3-483e-4536-a03d-38dcd594c429" providerId="ADAL" clId="{A583B98C-F495-734A-A4FF-D986800A6477}" dt="2020-06-07T21:06:12.852" v="1138" actId="164"/>
          <ac:spMkLst>
            <pc:docMk/>
            <pc:sldMk cId="2018395715" sldId="958"/>
            <ac:spMk id="31" creationId="{110D4173-6E49-4A40-9F28-99E76F6CFBC3}"/>
          </ac:spMkLst>
        </pc:spChg>
        <pc:spChg chg="mod">
          <ac:chgData name="Petrucci, Vinicius Tavares" userId="0f008dc3-483e-4536-a03d-38dcd594c429" providerId="ADAL" clId="{A583B98C-F495-734A-A4FF-D986800A6477}" dt="2020-06-07T21:04:32.179" v="1133" actId="113"/>
          <ac:spMkLst>
            <pc:docMk/>
            <pc:sldMk cId="2018395715" sldId="958"/>
            <ac:spMk id="33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04:32.179" v="1133" actId="113"/>
          <ac:spMkLst>
            <pc:docMk/>
            <pc:sldMk cId="2018395715" sldId="958"/>
            <ac:spMk id="34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04:32.179" v="1133" actId="113"/>
          <ac:spMkLst>
            <pc:docMk/>
            <pc:sldMk cId="2018395715" sldId="958"/>
            <ac:spMk id="35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04:32.179" v="1133" actId="113"/>
          <ac:spMkLst>
            <pc:docMk/>
            <pc:sldMk cId="2018395715" sldId="958"/>
            <ac:spMk id="36" creationId="{00000000-0000-0000-0000-000000000000}"/>
          </ac:spMkLst>
        </pc:spChg>
        <pc:spChg chg="add mod">
          <ac:chgData name="Petrucci, Vinicius Tavares" userId="0f008dc3-483e-4536-a03d-38dcd594c429" providerId="ADAL" clId="{A583B98C-F495-734A-A4FF-D986800A6477}" dt="2020-06-09T13:41:24.250" v="2261"/>
          <ac:spMkLst>
            <pc:docMk/>
            <pc:sldMk cId="2018395715" sldId="958"/>
            <ac:spMk id="37" creationId="{08233F5C-C58B-6941-BD07-940894A947F2}"/>
          </ac:spMkLst>
        </pc:spChg>
        <pc:spChg chg="mod">
          <ac:chgData name="Petrucci, Vinicius Tavares" userId="0f008dc3-483e-4536-a03d-38dcd594c429" providerId="ADAL" clId="{A583B98C-F495-734A-A4FF-D986800A6477}" dt="2020-06-07T16:24:35.112" v="952"/>
          <ac:spMkLst>
            <pc:docMk/>
            <pc:sldMk cId="2018395715" sldId="958"/>
            <ac:spMk id="25602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04:22.791" v="1130" actId="113"/>
          <ac:spMkLst>
            <pc:docMk/>
            <pc:sldMk cId="2018395715" sldId="958"/>
            <ac:spMk id="25604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0:56:34.922" v="1088" actId="1035"/>
          <ac:spMkLst>
            <pc:docMk/>
            <pc:sldMk cId="2018395715" sldId="958"/>
            <ac:spMk id="360451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06:12.852" v="1138" actId="164"/>
          <ac:spMkLst>
            <pc:docMk/>
            <pc:sldMk cId="2018395715" sldId="958"/>
            <ac:spMk id="360470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06:12.852" v="1138" actId="164"/>
          <ac:spMkLst>
            <pc:docMk/>
            <pc:sldMk cId="2018395715" sldId="958"/>
            <ac:spMk id="360472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06:12.852" v="1138" actId="164"/>
          <ac:spMkLst>
            <pc:docMk/>
            <pc:sldMk cId="2018395715" sldId="958"/>
            <ac:spMk id="360473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06:12.852" v="1138" actId="164"/>
          <ac:spMkLst>
            <pc:docMk/>
            <pc:sldMk cId="2018395715" sldId="958"/>
            <ac:spMk id="360474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06:12.852" v="1138" actId="164"/>
          <ac:spMkLst>
            <pc:docMk/>
            <pc:sldMk cId="2018395715" sldId="958"/>
            <ac:spMk id="360475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06:12.852" v="1138" actId="164"/>
          <ac:spMkLst>
            <pc:docMk/>
            <pc:sldMk cId="2018395715" sldId="958"/>
            <ac:spMk id="360476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06:12.852" v="1138" actId="164"/>
          <ac:spMkLst>
            <pc:docMk/>
            <pc:sldMk cId="2018395715" sldId="958"/>
            <ac:spMk id="360477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06:12.852" v="1138" actId="164"/>
          <ac:spMkLst>
            <pc:docMk/>
            <pc:sldMk cId="2018395715" sldId="958"/>
            <ac:spMk id="360478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57:52.081" v="1899" actId="2711"/>
          <ac:spMkLst>
            <pc:docMk/>
            <pc:sldMk cId="2018395715" sldId="958"/>
            <ac:spMk id="360479" creationId="{00000000-0000-0000-0000-000000000000}"/>
          </ac:spMkLst>
        </pc:spChg>
        <pc:grpChg chg="mod">
          <ac:chgData name="Petrucci, Vinicius Tavares" userId="0f008dc3-483e-4536-a03d-38dcd594c429" providerId="ADAL" clId="{A583B98C-F495-734A-A4FF-D986800A6477}" dt="2020-06-07T21:06:12.852" v="1138" actId="164"/>
          <ac:grpSpMkLst>
            <pc:docMk/>
            <pc:sldMk cId="2018395715" sldId="958"/>
            <ac:grpSpMk id="3" creationId="{00000000-0000-0000-0000-000000000000}"/>
          </ac:grpSpMkLst>
        </pc:grpChg>
        <pc:grpChg chg="add mod">
          <ac:chgData name="Petrucci, Vinicius Tavares" userId="0f008dc3-483e-4536-a03d-38dcd594c429" providerId="ADAL" clId="{A583B98C-F495-734A-A4FF-D986800A6477}" dt="2020-06-07T21:06:12.852" v="1138" actId="164"/>
          <ac:grpSpMkLst>
            <pc:docMk/>
            <pc:sldMk cId="2018395715" sldId="958"/>
            <ac:grpSpMk id="6" creationId="{6ACF1D00-8DA4-544C-8B12-BC99B7624E58}"/>
          </ac:grpSpMkLst>
        </pc:grpChg>
        <pc:grpChg chg="mod">
          <ac:chgData name="Petrucci, Vinicius Tavares" userId="0f008dc3-483e-4536-a03d-38dcd594c429" providerId="ADAL" clId="{A583B98C-F495-734A-A4FF-D986800A6477}" dt="2020-06-07T21:06:12.852" v="1138" actId="164"/>
          <ac:grpSpMkLst>
            <pc:docMk/>
            <pc:sldMk cId="2018395715" sldId="958"/>
            <ac:grpSpMk id="32" creationId="{00000000-0000-0000-0000-000000000000}"/>
          </ac:grpSpMkLst>
        </pc:grpChg>
      </pc:sldChg>
      <pc:sldChg chg="addSp delSp modSp add modAnim">
        <pc:chgData name="Petrucci, Vinicius Tavares" userId="0f008dc3-483e-4536-a03d-38dcd594c429" providerId="ADAL" clId="{A583B98C-F495-734A-A4FF-D986800A6477}" dt="2020-06-09T13:41:06.872" v="2252"/>
        <pc:sldMkLst>
          <pc:docMk/>
          <pc:sldMk cId="3837675858" sldId="1069"/>
        </pc:sldMkLst>
        <pc:spChg chg="add del mod">
          <ac:chgData name="Petrucci, Vinicius Tavares" userId="0f008dc3-483e-4536-a03d-38dcd594c429" providerId="ADAL" clId="{A583B98C-F495-734A-A4FF-D986800A6477}" dt="2020-06-06T03:15:28.167" v="479"/>
          <ac:spMkLst>
            <pc:docMk/>
            <pc:sldMk cId="3837675858" sldId="1069"/>
            <ac:spMk id="2" creationId="{D6E119A5-1BF2-B543-B222-5C11D95D38EB}"/>
          </ac:spMkLst>
        </pc:spChg>
        <pc:spChg chg="add del mod">
          <ac:chgData name="Petrucci, Vinicius Tavares" userId="0f008dc3-483e-4536-a03d-38dcd594c429" providerId="ADAL" clId="{A583B98C-F495-734A-A4FF-D986800A6477}" dt="2020-06-06T03:15:28.167" v="479"/>
          <ac:spMkLst>
            <pc:docMk/>
            <pc:sldMk cId="3837675858" sldId="1069"/>
            <ac:spMk id="3" creationId="{E0E9CBBC-5087-8A4D-AD5F-087F3BBA82A4}"/>
          </ac:spMkLst>
        </pc:spChg>
        <pc:spChg chg="add del mod">
          <ac:chgData name="Petrucci, Vinicius Tavares" userId="0f008dc3-483e-4536-a03d-38dcd594c429" providerId="ADAL" clId="{A583B98C-F495-734A-A4FF-D986800A6477}" dt="2020-06-06T03:15:33.323" v="480"/>
          <ac:spMkLst>
            <pc:docMk/>
            <pc:sldMk cId="3837675858" sldId="1069"/>
            <ac:spMk id="4" creationId="{1CA48B53-1555-954D-86AE-4D4D07EDADF7}"/>
          </ac:spMkLst>
        </pc:spChg>
        <pc:spChg chg="add del mod">
          <ac:chgData name="Petrucci, Vinicius Tavares" userId="0f008dc3-483e-4536-a03d-38dcd594c429" providerId="ADAL" clId="{A583B98C-F495-734A-A4FF-D986800A6477}" dt="2020-06-06T03:15:33.323" v="480"/>
          <ac:spMkLst>
            <pc:docMk/>
            <pc:sldMk cId="3837675858" sldId="1069"/>
            <ac:spMk id="5" creationId="{5B492035-DFA9-2A48-9599-FF1095DDA8A6}"/>
          </ac:spMkLst>
        </pc:spChg>
        <pc:spChg chg="add mod">
          <ac:chgData name="Petrucci, Vinicius Tavares" userId="0f008dc3-483e-4536-a03d-38dcd594c429" providerId="ADAL" clId="{A583B98C-F495-734A-A4FF-D986800A6477}" dt="2020-06-09T13:41:06.872" v="2252"/>
          <ac:spMkLst>
            <pc:docMk/>
            <pc:sldMk cId="3837675858" sldId="1069"/>
            <ac:spMk id="10" creationId="{2E4D31F0-16AD-884C-877E-FE8119DD2034}"/>
          </ac:spMkLst>
        </pc:spChg>
        <pc:spChg chg="mod">
          <ac:chgData name="Petrucci, Vinicius Tavares" userId="0f008dc3-483e-4536-a03d-38dcd594c429" providerId="ADAL" clId="{A583B98C-F495-734A-A4FF-D986800A6477}" dt="2020-06-06T03:15:33.323" v="480"/>
          <ac:spMkLst>
            <pc:docMk/>
            <pc:sldMk cId="3837675858" sldId="1069"/>
            <ac:spMk id="18435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16:12:01.919" v="830" actId="1035"/>
          <ac:spMkLst>
            <pc:docMk/>
            <pc:sldMk cId="3837675858" sldId="1069"/>
            <ac:spMk id="18436" creationId="{00000000-0000-0000-0000-000000000000}"/>
          </ac:spMkLst>
        </pc:spChg>
        <pc:spChg chg="add del mod">
          <ac:chgData name="Petrucci, Vinicius Tavares" userId="0f008dc3-483e-4536-a03d-38dcd594c429" providerId="ADAL" clId="{A583B98C-F495-734A-A4FF-D986800A6477}" dt="2020-06-09T13:39:51.001" v="2245" actId="1038"/>
          <ac:spMkLst>
            <pc:docMk/>
            <pc:sldMk cId="3837675858" sldId="1069"/>
            <ac:spMk id="18437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9T13:39:51.001" v="2245" actId="1038"/>
          <ac:spMkLst>
            <pc:docMk/>
            <pc:sldMk cId="3837675858" sldId="1069"/>
            <ac:spMk id="18438" creationId="{00000000-0000-0000-0000-000000000000}"/>
          </ac:spMkLst>
        </pc:spChg>
      </pc:sldChg>
      <pc:sldChg chg="addSp modSp add">
        <pc:chgData name="Petrucci, Vinicius Tavares" userId="0f008dc3-483e-4536-a03d-38dcd594c429" providerId="ADAL" clId="{A583B98C-F495-734A-A4FF-D986800A6477}" dt="2020-06-09T13:41:08.786" v="2253"/>
        <pc:sldMkLst>
          <pc:docMk/>
          <pc:sldMk cId="3637496232" sldId="1070"/>
        </pc:sldMkLst>
        <pc:spChg chg="add mod">
          <ac:chgData name="Petrucci, Vinicius Tavares" userId="0f008dc3-483e-4536-a03d-38dcd594c429" providerId="ADAL" clId="{A583B98C-F495-734A-A4FF-D986800A6477}" dt="2020-06-09T13:41:08.786" v="2253"/>
          <ac:spMkLst>
            <pc:docMk/>
            <pc:sldMk cId="3637496232" sldId="1070"/>
            <ac:spMk id="12" creationId="{F762CD40-DB28-5942-AFA0-05F05E726D0A}"/>
          </ac:spMkLst>
        </pc:spChg>
        <pc:spChg chg="mod">
          <ac:chgData name="Petrucci, Vinicius Tavares" userId="0f008dc3-483e-4536-a03d-38dcd594c429" providerId="ADAL" clId="{A583B98C-F495-734A-A4FF-D986800A6477}" dt="2020-06-07T15:57:14.103" v="589" actId="20577"/>
          <ac:spMkLst>
            <pc:docMk/>
            <pc:sldMk cId="3637496232" sldId="1070"/>
            <ac:spMk id="19459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9T13:40:00.081" v="2248" actId="1035"/>
          <ac:spMkLst>
            <pc:docMk/>
            <pc:sldMk cId="3637496232" sldId="1070"/>
            <ac:spMk id="19460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15:57:36.130" v="598" actId="1037"/>
          <ac:spMkLst>
            <pc:docMk/>
            <pc:sldMk cId="3637496232" sldId="1070"/>
            <ac:spMk id="19461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15:57:47.519" v="600" actId="14100"/>
          <ac:spMkLst>
            <pc:docMk/>
            <pc:sldMk cId="3637496232" sldId="1070"/>
            <ac:spMk id="19463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15:58:24.381" v="607" actId="1076"/>
          <ac:spMkLst>
            <pc:docMk/>
            <pc:sldMk cId="3637496232" sldId="1070"/>
            <ac:spMk id="19464" creationId="{00000000-0000-0000-0000-000000000000}"/>
          </ac:spMkLst>
        </pc:spChg>
        <pc:graphicFrameChg chg="modGraphic">
          <ac:chgData name="Petrucci, Vinicius Tavares" userId="0f008dc3-483e-4536-a03d-38dcd594c429" providerId="ADAL" clId="{A583B98C-F495-734A-A4FF-D986800A6477}" dt="2020-06-07T15:59:04.955" v="615" actId="207"/>
          <ac:graphicFrameMkLst>
            <pc:docMk/>
            <pc:sldMk cId="3637496232" sldId="1070"/>
            <ac:graphicFrameMk id="19465" creationId="{00000000-0000-0000-0000-000000000000}"/>
          </ac:graphicFrameMkLst>
        </pc:graphicFrameChg>
      </pc:sldChg>
      <pc:sldChg chg="addSp delSp modSp add modAnim">
        <pc:chgData name="Petrucci, Vinicius Tavares" userId="0f008dc3-483e-4536-a03d-38dcd594c429" providerId="ADAL" clId="{A583B98C-F495-734A-A4FF-D986800A6477}" dt="2020-06-09T13:41:22.341" v="2260"/>
        <pc:sldMkLst>
          <pc:docMk/>
          <pc:sldMk cId="2268092328" sldId="1071"/>
        </pc:sldMkLst>
        <pc:spChg chg="add del mod">
          <ac:chgData name="Petrucci, Vinicius Tavares" userId="0f008dc3-483e-4536-a03d-38dcd594c429" providerId="ADAL" clId="{A583B98C-F495-734A-A4FF-D986800A6477}" dt="2020-06-07T16:23:20.388" v="945"/>
          <ac:spMkLst>
            <pc:docMk/>
            <pc:sldMk cId="2268092328" sldId="1071"/>
            <ac:spMk id="2" creationId="{357D4EA6-E4CF-6D46-B293-FFF5C7306229}"/>
          </ac:spMkLst>
        </pc:spChg>
        <pc:spChg chg="add del mod">
          <ac:chgData name="Petrucci, Vinicius Tavares" userId="0f008dc3-483e-4536-a03d-38dcd594c429" providerId="ADAL" clId="{A583B98C-F495-734A-A4FF-D986800A6477}" dt="2020-06-07T16:23:23.177" v="946" actId="478"/>
          <ac:spMkLst>
            <pc:docMk/>
            <pc:sldMk cId="2268092328" sldId="1071"/>
            <ac:spMk id="3" creationId="{169929D5-048E-9F40-83B9-5787150501FC}"/>
          </ac:spMkLst>
        </pc:spChg>
        <pc:spChg chg="mod">
          <ac:chgData name="Petrucci, Vinicius Tavares" userId="0f008dc3-483e-4536-a03d-38dcd594c429" providerId="ADAL" clId="{A583B98C-F495-734A-A4FF-D986800A6477}" dt="2020-06-07T21:03:04.726" v="1128" actId="115"/>
          <ac:spMkLst>
            <pc:docMk/>
            <pc:sldMk cId="2268092328" sldId="1071"/>
            <ac:spMk id="16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01:45.844" v="1119" actId="164"/>
          <ac:spMkLst>
            <pc:docMk/>
            <pc:sldMk cId="2268092328" sldId="1071"/>
            <ac:spMk id="18" creationId="{00000000-0000-0000-0000-000000000000}"/>
          </ac:spMkLst>
        </pc:spChg>
        <pc:spChg chg="add mod">
          <ac:chgData name="Petrucci, Vinicius Tavares" userId="0f008dc3-483e-4536-a03d-38dcd594c429" providerId="ADAL" clId="{A583B98C-F495-734A-A4FF-D986800A6477}" dt="2020-06-09T13:41:22.341" v="2260"/>
          <ac:spMkLst>
            <pc:docMk/>
            <pc:sldMk cId="2268092328" sldId="1071"/>
            <ac:spMk id="19" creationId="{F7B59DA7-534A-CF4E-9E83-1840A8B1DF1A}"/>
          </ac:spMkLst>
        </pc:spChg>
        <pc:spChg chg="mod">
          <ac:chgData name="Petrucci, Vinicius Tavares" userId="0f008dc3-483e-4536-a03d-38dcd594c429" providerId="ADAL" clId="{A583B98C-F495-734A-A4FF-D986800A6477}" dt="2020-06-07T16:23:20.388" v="945"/>
          <ac:spMkLst>
            <pc:docMk/>
            <pc:sldMk cId="2268092328" sldId="1071"/>
            <ac:spMk id="25602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02:02.039" v="1123" actId="1035"/>
          <ac:spMkLst>
            <pc:docMk/>
            <pc:sldMk cId="2268092328" sldId="1071"/>
            <ac:spMk id="25604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00:13.508" v="1114" actId="1035"/>
          <ac:spMkLst>
            <pc:docMk/>
            <pc:sldMk cId="2268092328" sldId="1071"/>
            <ac:spMk id="360451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01:45.844" v="1119" actId="164"/>
          <ac:spMkLst>
            <pc:docMk/>
            <pc:sldMk cId="2268092328" sldId="1071"/>
            <ac:spMk id="360470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01:45.844" v="1119" actId="164"/>
          <ac:spMkLst>
            <pc:docMk/>
            <pc:sldMk cId="2268092328" sldId="1071"/>
            <ac:spMk id="360472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01:45.844" v="1119" actId="164"/>
          <ac:spMkLst>
            <pc:docMk/>
            <pc:sldMk cId="2268092328" sldId="1071"/>
            <ac:spMk id="360473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01:45.844" v="1119" actId="164"/>
          <ac:spMkLst>
            <pc:docMk/>
            <pc:sldMk cId="2268092328" sldId="1071"/>
            <ac:spMk id="360474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01:45.844" v="1119" actId="164"/>
          <ac:spMkLst>
            <pc:docMk/>
            <pc:sldMk cId="2268092328" sldId="1071"/>
            <ac:spMk id="360475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01:45.844" v="1119" actId="164"/>
          <ac:spMkLst>
            <pc:docMk/>
            <pc:sldMk cId="2268092328" sldId="1071"/>
            <ac:spMk id="360476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01:45.844" v="1119" actId="164"/>
          <ac:spMkLst>
            <pc:docMk/>
            <pc:sldMk cId="2268092328" sldId="1071"/>
            <ac:spMk id="360477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01:45.844" v="1119" actId="164"/>
          <ac:spMkLst>
            <pc:docMk/>
            <pc:sldMk cId="2268092328" sldId="1071"/>
            <ac:spMk id="360478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57:57.883" v="1900" actId="2711"/>
          <ac:spMkLst>
            <pc:docMk/>
            <pc:sldMk cId="2268092328" sldId="1071"/>
            <ac:spMk id="360479" creationId="{00000000-0000-0000-0000-000000000000}"/>
          </ac:spMkLst>
        </pc:spChg>
        <pc:grpChg chg="add mod">
          <ac:chgData name="Petrucci, Vinicius Tavares" userId="0f008dc3-483e-4536-a03d-38dcd594c429" providerId="ADAL" clId="{A583B98C-F495-734A-A4FF-D986800A6477}" dt="2020-06-07T21:01:45.844" v="1119" actId="164"/>
          <ac:grpSpMkLst>
            <pc:docMk/>
            <pc:sldMk cId="2268092328" sldId="1071"/>
            <ac:grpSpMk id="4" creationId="{C4E6609D-D510-754E-824A-6E1DC133F1B7}"/>
          </ac:grpSpMkLst>
        </pc:grpChg>
      </pc:sldChg>
      <pc:sldChg chg="addSp delSp modSp add modAnim">
        <pc:chgData name="Petrucci, Vinicius Tavares" userId="0f008dc3-483e-4536-a03d-38dcd594c429" providerId="ADAL" clId="{A583B98C-F495-734A-A4FF-D986800A6477}" dt="2020-06-09T13:41:26.239" v="2262"/>
        <pc:sldMkLst>
          <pc:docMk/>
          <pc:sldMk cId="224249739" sldId="1072"/>
        </pc:sldMkLst>
        <pc:spChg chg="mod">
          <ac:chgData name="Petrucci, Vinicius Tavares" userId="0f008dc3-483e-4536-a03d-38dcd594c429" providerId="ADAL" clId="{A583B98C-F495-734A-A4FF-D986800A6477}" dt="2020-06-07T16:27:51.086" v="1008" actId="1076"/>
          <ac:spMkLst>
            <pc:docMk/>
            <pc:sldMk cId="224249739" sldId="1072"/>
            <ac:spMk id="4" creationId="{00000000-0000-0000-0000-000000000000}"/>
          </ac:spMkLst>
        </pc:spChg>
        <pc:spChg chg="add del mod">
          <ac:chgData name="Petrucci, Vinicius Tavares" userId="0f008dc3-483e-4536-a03d-38dcd594c429" providerId="ADAL" clId="{A583B98C-F495-734A-A4FF-D986800A6477}" dt="2020-06-07T16:28:11.605" v="1019"/>
          <ac:spMkLst>
            <pc:docMk/>
            <pc:sldMk cId="224249739" sldId="1072"/>
            <ac:spMk id="5" creationId="{F5E77CAF-C284-7F48-804B-C5D1961DD49E}"/>
          </ac:spMkLst>
        </pc:spChg>
        <pc:spChg chg="add del mod">
          <ac:chgData name="Petrucci, Vinicius Tavares" userId="0f008dc3-483e-4536-a03d-38dcd594c429" providerId="ADAL" clId="{A583B98C-F495-734A-A4FF-D986800A6477}" dt="2020-06-07T16:28:15.437" v="1020" actId="478"/>
          <ac:spMkLst>
            <pc:docMk/>
            <pc:sldMk cId="224249739" sldId="1072"/>
            <ac:spMk id="6" creationId="{C78DA355-49DE-484F-9528-F694F560CE6C}"/>
          </ac:spMkLst>
        </pc:spChg>
        <pc:spChg chg="mod">
          <ac:chgData name="Petrucci, Vinicius Tavares" userId="0f008dc3-483e-4536-a03d-38dcd594c429" providerId="ADAL" clId="{A583B98C-F495-734A-A4FF-D986800A6477}" dt="2020-06-07T21:08:13.307" v="1150" actId="164"/>
          <ac:spMkLst>
            <pc:docMk/>
            <pc:sldMk cId="224249739" sldId="1072"/>
            <ac:spMk id="16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08:13.307" v="1150" actId="164"/>
          <ac:spMkLst>
            <pc:docMk/>
            <pc:sldMk cId="224249739" sldId="1072"/>
            <ac:spMk id="18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12:57.232" v="1235" actId="1038"/>
          <ac:spMkLst>
            <pc:docMk/>
            <pc:sldMk cId="224249739" sldId="1072"/>
            <ac:spMk id="25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12:57.232" v="1235" actId="1038"/>
          <ac:spMkLst>
            <pc:docMk/>
            <pc:sldMk cId="224249739" sldId="1072"/>
            <ac:spMk id="26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09:07.230" v="1155" actId="113"/>
          <ac:spMkLst>
            <pc:docMk/>
            <pc:sldMk cId="224249739" sldId="1072"/>
            <ac:spMk id="27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09:07.230" v="1155" actId="113"/>
          <ac:spMkLst>
            <pc:docMk/>
            <pc:sldMk cId="224249739" sldId="1072"/>
            <ac:spMk id="28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09:07.230" v="1155" actId="113"/>
          <ac:spMkLst>
            <pc:docMk/>
            <pc:sldMk cId="224249739" sldId="1072"/>
            <ac:spMk id="29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09:07.230" v="1155" actId="113"/>
          <ac:spMkLst>
            <pc:docMk/>
            <pc:sldMk cId="224249739" sldId="1072"/>
            <ac:spMk id="30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09:12.948" v="1156" actId="113"/>
          <ac:spMkLst>
            <pc:docMk/>
            <pc:sldMk cId="224249739" sldId="1072"/>
            <ac:spMk id="33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09:12.948" v="1156" actId="113"/>
          <ac:spMkLst>
            <pc:docMk/>
            <pc:sldMk cId="224249739" sldId="1072"/>
            <ac:spMk id="34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09:12.948" v="1156" actId="113"/>
          <ac:spMkLst>
            <pc:docMk/>
            <pc:sldMk cId="224249739" sldId="1072"/>
            <ac:spMk id="35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09:12.948" v="1156" actId="113"/>
          <ac:spMkLst>
            <pc:docMk/>
            <pc:sldMk cId="224249739" sldId="1072"/>
            <ac:spMk id="36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10:17.791" v="1161" actId="1036"/>
          <ac:spMkLst>
            <pc:docMk/>
            <pc:sldMk cId="224249739" sldId="1072"/>
            <ac:spMk id="37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09:52.536" v="1157" actId="113"/>
          <ac:spMkLst>
            <pc:docMk/>
            <pc:sldMk cId="224249739" sldId="1072"/>
            <ac:spMk id="44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10:04.235" v="1158" actId="113"/>
          <ac:spMkLst>
            <pc:docMk/>
            <pc:sldMk cId="224249739" sldId="1072"/>
            <ac:spMk id="45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09:52.536" v="1157" actId="113"/>
          <ac:spMkLst>
            <pc:docMk/>
            <pc:sldMk cId="224249739" sldId="1072"/>
            <ac:spMk id="46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09:52.536" v="1157" actId="113"/>
          <ac:spMkLst>
            <pc:docMk/>
            <pc:sldMk cId="224249739" sldId="1072"/>
            <ac:spMk id="47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09:52.536" v="1157" actId="113"/>
          <ac:spMkLst>
            <pc:docMk/>
            <pc:sldMk cId="224249739" sldId="1072"/>
            <ac:spMk id="49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09:52.536" v="1157" actId="113"/>
          <ac:spMkLst>
            <pc:docMk/>
            <pc:sldMk cId="224249739" sldId="1072"/>
            <ac:spMk id="50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09:52.536" v="1157" actId="113"/>
          <ac:spMkLst>
            <pc:docMk/>
            <pc:sldMk cId="224249739" sldId="1072"/>
            <ac:spMk id="51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09:52.536" v="1157" actId="113"/>
          <ac:spMkLst>
            <pc:docMk/>
            <pc:sldMk cId="224249739" sldId="1072"/>
            <ac:spMk id="52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09:52.536" v="1157" actId="113"/>
          <ac:spMkLst>
            <pc:docMk/>
            <pc:sldMk cId="224249739" sldId="1072"/>
            <ac:spMk id="54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09:52.536" v="1157" actId="113"/>
          <ac:spMkLst>
            <pc:docMk/>
            <pc:sldMk cId="224249739" sldId="1072"/>
            <ac:spMk id="55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09:52.536" v="1157" actId="113"/>
          <ac:spMkLst>
            <pc:docMk/>
            <pc:sldMk cId="224249739" sldId="1072"/>
            <ac:spMk id="56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09:52.536" v="1157" actId="113"/>
          <ac:spMkLst>
            <pc:docMk/>
            <pc:sldMk cId="224249739" sldId="1072"/>
            <ac:spMk id="57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09:52.536" v="1157" actId="113"/>
          <ac:spMkLst>
            <pc:docMk/>
            <pc:sldMk cId="224249739" sldId="1072"/>
            <ac:spMk id="59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09:52.536" v="1157" actId="113"/>
          <ac:spMkLst>
            <pc:docMk/>
            <pc:sldMk cId="224249739" sldId="1072"/>
            <ac:spMk id="60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09:52.536" v="1157" actId="113"/>
          <ac:spMkLst>
            <pc:docMk/>
            <pc:sldMk cId="224249739" sldId="1072"/>
            <ac:spMk id="61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09:52.536" v="1157" actId="113"/>
          <ac:spMkLst>
            <pc:docMk/>
            <pc:sldMk cId="224249739" sldId="1072"/>
            <ac:spMk id="62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07:30.525" v="1143" actId="113"/>
          <ac:spMkLst>
            <pc:docMk/>
            <pc:sldMk cId="224249739" sldId="1072"/>
            <ac:spMk id="64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09:52.536" v="1157" actId="113"/>
          <ac:spMkLst>
            <pc:docMk/>
            <pc:sldMk cId="224249739" sldId="1072"/>
            <ac:spMk id="65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09:52.536" v="1157" actId="113"/>
          <ac:spMkLst>
            <pc:docMk/>
            <pc:sldMk cId="224249739" sldId="1072"/>
            <ac:spMk id="66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09:52.536" v="1157" actId="113"/>
          <ac:spMkLst>
            <pc:docMk/>
            <pc:sldMk cId="224249739" sldId="1072"/>
            <ac:spMk id="67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10:20.455" v="1166" actId="1037"/>
          <ac:spMkLst>
            <pc:docMk/>
            <pc:sldMk cId="224249739" sldId="1072"/>
            <ac:spMk id="68" creationId="{00000000-0000-0000-0000-000000000000}"/>
          </ac:spMkLst>
        </pc:spChg>
        <pc:spChg chg="add del mod">
          <ac:chgData name="Petrucci, Vinicius Tavares" userId="0f008dc3-483e-4536-a03d-38dcd594c429" providerId="ADAL" clId="{A583B98C-F495-734A-A4FF-D986800A6477}" dt="2020-06-07T20:56:08.991" v="1076"/>
          <ac:spMkLst>
            <pc:docMk/>
            <pc:sldMk cId="224249739" sldId="1072"/>
            <ac:spMk id="69" creationId="{C3A19000-553F-5847-A6FC-C79702E57933}"/>
          </ac:spMkLst>
        </pc:spChg>
        <pc:spChg chg="add mod">
          <ac:chgData name="Petrucci, Vinicius Tavares" userId="0f008dc3-483e-4536-a03d-38dcd594c429" providerId="ADAL" clId="{A583B98C-F495-734A-A4FF-D986800A6477}" dt="2020-06-09T13:41:26.239" v="2262"/>
          <ac:spMkLst>
            <pc:docMk/>
            <pc:sldMk cId="224249739" sldId="1072"/>
            <ac:spMk id="70" creationId="{1570A675-4499-5546-B563-706A8E52E806}"/>
          </ac:spMkLst>
        </pc:spChg>
        <pc:spChg chg="mod">
          <ac:chgData name="Petrucci, Vinicius Tavares" userId="0f008dc3-483e-4536-a03d-38dcd594c429" providerId="ADAL" clId="{A583B98C-F495-734A-A4FF-D986800A6477}" dt="2020-06-07T16:28:11.605" v="1019"/>
          <ac:spMkLst>
            <pc:docMk/>
            <pc:sldMk cId="224249739" sldId="1072"/>
            <ac:spMk id="25602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12:40.696" v="1232" actId="1038"/>
          <ac:spMkLst>
            <pc:docMk/>
            <pc:sldMk cId="224249739" sldId="1072"/>
            <ac:spMk id="25604" creationId="{00000000-0000-0000-0000-000000000000}"/>
          </ac:spMkLst>
        </pc:spChg>
        <pc:spChg chg="add del mod">
          <ac:chgData name="Petrucci, Vinicius Tavares" userId="0f008dc3-483e-4536-a03d-38dcd594c429" providerId="ADAL" clId="{A583B98C-F495-734A-A4FF-D986800A6477}" dt="2020-06-07T21:12:40.696" v="1232" actId="1038"/>
          <ac:spMkLst>
            <pc:docMk/>
            <pc:sldMk cId="224249739" sldId="1072"/>
            <ac:spMk id="360451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08:13.307" v="1150" actId="164"/>
          <ac:spMkLst>
            <pc:docMk/>
            <pc:sldMk cId="224249739" sldId="1072"/>
            <ac:spMk id="360470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09:52.536" v="1157" actId="113"/>
          <ac:spMkLst>
            <pc:docMk/>
            <pc:sldMk cId="224249739" sldId="1072"/>
            <ac:spMk id="360472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09:52.536" v="1157" actId="113"/>
          <ac:spMkLst>
            <pc:docMk/>
            <pc:sldMk cId="224249739" sldId="1072"/>
            <ac:spMk id="360473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09:52.536" v="1157" actId="113"/>
          <ac:spMkLst>
            <pc:docMk/>
            <pc:sldMk cId="224249739" sldId="1072"/>
            <ac:spMk id="360474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09:52.536" v="1157" actId="113"/>
          <ac:spMkLst>
            <pc:docMk/>
            <pc:sldMk cId="224249739" sldId="1072"/>
            <ac:spMk id="360475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08:13.307" v="1150" actId="164"/>
          <ac:spMkLst>
            <pc:docMk/>
            <pc:sldMk cId="224249739" sldId="1072"/>
            <ac:spMk id="360476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08:13.307" v="1150" actId="164"/>
          <ac:spMkLst>
            <pc:docMk/>
            <pc:sldMk cId="224249739" sldId="1072"/>
            <ac:spMk id="360477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08:13.307" v="1150" actId="164"/>
          <ac:spMkLst>
            <pc:docMk/>
            <pc:sldMk cId="224249739" sldId="1072"/>
            <ac:spMk id="360478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57:46.588" v="1898" actId="2711"/>
          <ac:spMkLst>
            <pc:docMk/>
            <pc:sldMk cId="224249739" sldId="1072"/>
            <ac:spMk id="360479" creationId="{00000000-0000-0000-0000-000000000000}"/>
          </ac:spMkLst>
        </pc:spChg>
        <pc:grpChg chg="mod">
          <ac:chgData name="Petrucci, Vinicius Tavares" userId="0f008dc3-483e-4536-a03d-38dcd594c429" providerId="ADAL" clId="{A583B98C-F495-734A-A4FF-D986800A6477}" dt="2020-06-07T21:08:13.307" v="1150" actId="164"/>
          <ac:grpSpMkLst>
            <pc:docMk/>
            <pc:sldMk cId="224249739" sldId="1072"/>
            <ac:grpSpMk id="2" creationId="{00000000-0000-0000-0000-000000000000}"/>
          </ac:grpSpMkLst>
        </pc:grpChg>
        <pc:grpChg chg="mod">
          <ac:chgData name="Petrucci, Vinicius Tavares" userId="0f008dc3-483e-4536-a03d-38dcd594c429" providerId="ADAL" clId="{A583B98C-F495-734A-A4FF-D986800A6477}" dt="2020-06-07T21:08:13.307" v="1150" actId="164"/>
          <ac:grpSpMkLst>
            <pc:docMk/>
            <pc:sldMk cId="224249739" sldId="1072"/>
            <ac:grpSpMk id="3" creationId="{00000000-0000-0000-0000-000000000000}"/>
          </ac:grpSpMkLst>
        </pc:grpChg>
        <pc:grpChg chg="add mod">
          <ac:chgData name="Petrucci, Vinicius Tavares" userId="0f008dc3-483e-4536-a03d-38dcd594c429" providerId="ADAL" clId="{A583B98C-F495-734A-A4FF-D986800A6477}" dt="2020-06-07T21:08:13.307" v="1150" actId="164"/>
          <ac:grpSpMkLst>
            <pc:docMk/>
            <pc:sldMk cId="224249739" sldId="1072"/>
            <ac:grpSpMk id="7" creationId="{BF1C58E2-824A-A642-A5FD-82A661604137}"/>
          </ac:grpSpMkLst>
        </pc:grpChg>
        <pc:grpChg chg="mod">
          <ac:chgData name="Petrucci, Vinicius Tavares" userId="0f008dc3-483e-4536-a03d-38dcd594c429" providerId="ADAL" clId="{A583B98C-F495-734A-A4FF-D986800A6477}" dt="2020-06-07T21:08:13.307" v="1150" actId="164"/>
          <ac:grpSpMkLst>
            <pc:docMk/>
            <pc:sldMk cId="224249739" sldId="1072"/>
            <ac:grpSpMk id="32" creationId="{00000000-0000-0000-0000-000000000000}"/>
          </ac:grpSpMkLst>
        </pc:grpChg>
        <pc:grpChg chg="mod">
          <ac:chgData name="Petrucci, Vinicius Tavares" userId="0f008dc3-483e-4536-a03d-38dcd594c429" providerId="ADAL" clId="{A583B98C-F495-734A-A4FF-D986800A6477}" dt="2020-06-07T21:08:13.307" v="1150" actId="164"/>
          <ac:grpSpMkLst>
            <pc:docMk/>
            <pc:sldMk cId="224249739" sldId="1072"/>
            <ac:grpSpMk id="43" creationId="{00000000-0000-0000-0000-000000000000}"/>
          </ac:grpSpMkLst>
        </pc:grpChg>
        <pc:grpChg chg="mod">
          <ac:chgData name="Petrucci, Vinicius Tavares" userId="0f008dc3-483e-4536-a03d-38dcd594c429" providerId="ADAL" clId="{A583B98C-F495-734A-A4FF-D986800A6477}" dt="2020-06-07T21:08:13.307" v="1150" actId="164"/>
          <ac:grpSpMkLst>
            <pc:docMk/>
            <pc:sldMk cId="224249739" sldId="1072"/>
            <ac:grpSpMk id="48" creationId="{00000000-0000-0000-0000-000000000000}"/>
          </ac:grpSpMkLst>
        </pc:grpChg>
        <pc:grpChg chg="mod">
          <ac:chgData name="Petrucci, Vinicius Tavares" userId="0f008dc3-483e-4536-a03d-38dcd594c429" providerId="ADAL" clId="{A583B98C-F495-734A-A4FF-D986800A6477}" dt="2020-06-07T21:08:13.307" v="1150" actId="164"/>
          <ac:grpSpMkLst>
            <pc:docMk/>
            <pc:sldMk cId="224249739" sldId="1072"/>
            <ac:grpSpMk id="53" creationId="{00000000-0000-0000-0000-000000000000}"/>
          </ac:grpSpMkLst>
        </pc:grpChg>
        <pc:grpChg chg="mod">
          <ac:chgData name="Petrucci, Vinicius Tavares" userId="0f008dc3-483e-4536-a03d-38dcd594c429" providerId="ADAL" clId="{A583B98C-F495-734A-A4FF-D986800A6477}" dt="2020-06-07T21:08:13.307" v="1150" actId="164"/>
          <ac:grpSpMkLst>
            <pc:docMk/>
            <pc:sldMk cId="224249739" sldId="1072"/>
            <ac:grpSpMk id="58" creationId="{00000000-0000-0000-0000-000000000000}"/>
          </ac:grpSpMkLst>
        </pc:grpChg>
        <pc:grpChg chg="mod">
          <ac:chgData name="Petrucci, Vinicius Tavares" userId="0f008dc3-483e-4536-a03d-38dcd594c429" providerId="ADAL" clId="{A583B98C-F495-734A-A4FF-D986800A6477}" dt="2020-06-07T21:08:13.307" v="1150" actId="164"/>
          <ac:grpSpMkLst>
            <pc:docMk/>
            <pc:sldMk cId="224249739" sldId="1072"/>
            <ac:grpSpMk id="63" creationId="{00000000-0000-0000-0000-000000000000}"/>
          </ac:grpSpMkLst>
        </pc:grpChg>
      </pc:sldChg>
      <pc:sldChg chg="addSp delSp modSp add modAnim">
        <pc:chgData name="Petrucci, Vinicius Tavares" userId="0f008dc3-483e-4536-a03d-38dcd594c429" providerId="ADAL" clId="{A583B98C-F495-734A-A4FF-D986800A6477}" dt="2020-06-09T13:41:28.128" v="2263"/>
        <pc:sldMkLst>
          <pc:docMk/>
          <pc:sldMk cId="3240405922" sldId="1074"/>
        </pc:sldMkLst>
        <pc:spChg chg="add del mod">
          <ac:chgData name="Petrucci, Vinicius Tavares" userId="0f008dc3-483e-4536-a03d-38dcd594c429" providerId="ADAL" clId="{A583B98C-F495-734A-A4FF-D986800A6477}" dt="2020-06-07T21:10:33.286" v="1168"/>
          <ac:spMkLst>
            <pc:docMk/>
            <pc:sldMk cId="3240405922" sldId="1074"/>
            <ac:spMk id="3" creationId="{28EFAD36-57D5-5D4A-8FB3-8A960972F44F}"/>
          </ac:spMkLst>
        </pc:spChg>
        <pc:spChg chg="mod">
          <ac:chgData name="Petrucci, Vinicius Tavares" userId="0f008dc3-483e-4536-a03d-38dcd594c429" providerId="ADAL" clId="{A583B98C-F495-734A-A4FF-D986800A6477}" dt="2020-06-07T21:11:42.117" v="1214" actId="1076"/>
          <ac:spMkLst>
            <pc:docMk/>
            <pc:sldMk cId="3240405922" sldId="1074"/>
            <ac:spMk id="4" creationId="{00000000-0000-0000-0000-000000000000}"/>
          </ac:spMkLst>
        </pc:spChg>
        <pc:spChg chg="add del mod">
          <ac:chgData name="Petrucci, Vinicius Tavares" userId="0f008dc3-483e-4536-a03d-38dcd594c429" providerId="ADAL" clId="{A583B98C-F495-734A-A4FF-D986800A6477}" dt="2020-06-07T21:10:36.021" v="1169" actId="478"/>
          <ac:spMkLst>
            <pc:docMk/>
            <pc:sldMk cId="3240405922" sldId="1074"/>
            <ac:spMk id="5" creationId="{39300A72-4930-F241-9D59-8C4CF318EEE9}"/>
          </ac:spMkLst>
        </pc:spChg>
        <pc:spChg chg="mod">
          <ac:chgData name="Petrucci, Vinicius Tavares" userId="0f008dc3-483e-4536-a03d-38dcd594c429" providerId="ADAL" clId="{A583B98C-F495-734A-A4FF-D986800A6477}" dt="2020-06-07T21:13:39.107" v="1238" actId="164"/>
          <ac:spMkLst>
            <pc:docMk/>
            <pc:sldMk cId="3240405922" sldId="1074"/>
            <ac:spMk id="16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13:39.107" v="1238" actId="164"/>
          <ac:spMkLst>
            <pc:docMk/>
            <pc:sldMk cId="3240405922" sldId="1074"/>
            <ac:spMk id="18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13:09.165" v="1236" actId="1038"/>
          <ac:spMkLst>
            <pc:docMk/>
            <pc:sldMk cId="3240405922" sldId="1074"/>
            <ac:spMk id="25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13:09.165" v="1236" actId="1038"/>
          <ac:spMkLst>
            <pc:docMk/>
            <pc:sldMk cId="3240405922" sldId="1074"/>
            <ac:spMk id="26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15:09.684" v="1242" actId="113"/>
          <ac:spMkLst>
            <pc:docMk/>
            <pc:sldMk cId="3240405922" sldId="1074"/>
            <ac:spMk id="37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11:58.967" v="1216" actId="113"/>
          <ac:spMkLst>
            <pc:docMk/>
            <pc:sldMk cId="3240405922" sldId="1074"/>
            <ac:spMk id="69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11:58.967" v="1216" actId="113"/>
          <ac:spMkLst>
            <pc:docMk/>
            <pc:sldMk cId="3240405922" sldId="1074"/>
            <ac:spMk id="70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11:58.967" v="1216" actId="113"/>
          <ac:spMkLst>
            <pc:docMk/>
            <pc:sldMk cId="3240405922" sldId="1074"/>
            <ac:spMk id="71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12:06.206" v="1217" actId="113"/>
          <ac:spMkLst>
            <pc:docMk/>
            <pc:sldMk cId="3240405922" sldId="1074"/>
            <ac:spMk id="72" creationId="{00000000-0000-0000-0000-000000000000}"/>
          </ac:spMkLst>
        </pc:spChg>
        <pc:spChg chg="add mod">
          <ac:chgData name="Petrucci, Vinicius Tavares" userId="0f008dc3-483e-4536-a03d-38dcd594c429" providerId="ADAL" clId="{A583B98C-F495-734A-A4FF-D986800A6477}" dt="2020-06-09T13:41:28.128" v="2263"/>
          <ac:spMkLst>
            <pc:docMk/>
            <pc:sldMk cId="3240405922" sldId="1074"/>
            <ac:spMk id="73" creationId="{66A755FE-A081-BE46-A9EC-00959F8AF903}"/>
          </ac:spMkLst>
        </pc:spChg>
        <pc:spChg chg="mod">
          <ac:chgData name="Petrucci, Vinicius Tavares" userId="0f008dc3-483e-4536-a03d-38dcd594c429" providerId="ADAL" clId="{A583B98C-F495-734A-A4FF-D986800A6477}" dt="2020-06-07T21:10:33.286" v="1168"/>
          <ac:spMkLst>
            <pc:docMk/>
            <pc:sldMk cId="3240405922" sldId="1074"/>
            <ac:spMk id="25602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12:32.676" v="1231" actId="1038"/>
          <ac:spMkLst>
            <pc:docMk/>
            <pc:sldMk cId="3240405922" sldId="1074"/>
            <ac:spMk id="25604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12:32.676" v="1231" actId="1038"/>
          <ac:spMkLst>
            <pc:docMk/>
            <pc:sldMk cId="3240405922" sldId="1074"/>
            <ac:spMk id="360451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13:39.107" v="1238" actId="164"/>
          <ac:spMkLst>
            <pc:docMk/>
            <pc:sldMk cId="3240405922" sldId="1074"/>
            <ac:spMk id="360470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13:39.107" v="1238" actId="164"/>
          <ac:spMkLst>
            <pc:docMk/>
            <pc:sldMk cId="3240405922" sldId="1074"/>
            <ac:spMk id="360476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13:39.107" v="1238" actId="164"/>
          <ac:spMkLst>
            <pc:docMk/>
            <pc:sldMk cId="3240405922" sldId="1074"/>
            <ac:spMk id="360477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13:39.107" v="1238" actId="164"/>
          <ac:spMkLst>
            <pc:docMk/>
            <pc:sldMk cId="3240405922" sldId="1074"/>
            <ac:spMk id="360478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57:42.004" v="1897" actId="2711"/>
          <ac:spMkLst>
            <pc:docMk/>
            <pc:sldMk cId="3240405922" sldId="1074"/>
            <ac:spMk id="360479" creationId="{00000000-0000-0000-0000-000000000000}"/>
          </ac:spMkLst>
        </pc:spChg>
        <pc:grpChg chg="mod">
          <ac:chgData name="Petrucci, Vinicius Tavares" userId="0f008dc3-483e-4536-a03d-38dcd594c429" providerId="ADAL" clId="{A583B98C-F495-734A-A4FF-D986800A6477}" dt="2020-06-07T21:13:39.107" v="1238" actId="164"/>
          <ac:grpSpMkLst>
            <pc:docMk/>
            <pc:sldMk cId="3240405922" sldId="1074"/>
            <ac:grpSpMk id="2" creationId="{00000000-0000-0000-0000-000000000000}"/>
          </ac:grpSpMkLst>
        </pc:grpChg>
        <pc:grpChg chg="add mod">
          <ac:chgData name="Petrucci, Vinicius Tavares" userId="0f008dc3-483e-4536-a03d-38dcd594c429" providerId="ADAL" clId="{A583B98C-F495-734A-A4FF-D986800A6477}" dt="2020-06-07T21:13:39.107" v="1238" actId="164"/>
          <ac:grpSpMkLst>
            <pc:docMk/>
            <pc:sldMk cId="3240405922" sldId="1074"/>
            <ac:grpSpMk id="6" creationId="{695BF51C-057C-0643-8E03-11996E51EE58}"/>
          </ac:grpSpMkLst>
        </pc:grpChg>
        <pc:grpChg chg="mod">
          <ac:chgData name="Petrucci, Vinicius Tavares" userId="0f008dc3-483e-4536-a03d-38dcd594c429" providerId="ADAL" clId="{A583B98C-F495-734A-A4FF-D986800A6477}" dt="2020-06-07T21:13:39.107" v="1238" actId="164"/>
          <ac:grpSpMkLst>
            <pc:docMk/>
            <pc:sldMk cId="3240405922" sldId="1074"/>
            <ac:grpSpMk id="32" creationId="{00000000-0000-0000-0000-000000000000}"/>
          </ac:grpSpMkLst>
        </pc:grpChg>
        <pc:grpChg chg="mod">
          <ac:chgData name="Petrucci, Vinicius Tavares" userId="0f008dc3-483e-4536-a03d-38dcd594c429" providerId="ADAL" clId="{A583B98C-F495-734A-A4FF-D986800A6477}" dt="2020-06-07T21:13:39.107" v="1238" actId="164"/>
          <ac:grpSpMkLst>
            <pc:docMk/>
            <pc:sldMk cId="3240405922" sldId="1074"/>
            <ac:grpSpMk id="43" creationId="{00000000-0000-0000-0000-000000000000}"/>
          </ac:grpSpMkLst>
        </pc:grpChg>
        <pc:grpChg chg="mod">
          <ac:chgData name="Petrucci, Vinicius Tavares" userId="0f008dc3-483e-4536-a03d-38dcd594c429" providerId="ADAL" clId="{A583B98C-F495-734A-A4FF-D986800A6477}" dt="2020-06-07T21:13:39.107" v="1238" actId="164"/>
          <ac:grpSpMkLst>
            <pc:docMk/>
            <pc:sldMk cId="3240405922" sldId="1074"/>
            <ac:grpSpMk id="48" creationId="{00000000-0000-0000-0000-000000000000}"/>
          </ac:grpSpMkLst>
        </pc:grpChg>
        <pc:grpChg chg="mod">
          <ac:chgData name="Petrucci, Vinicius Tavares" userId="0f008dc3-483e-4536-a03d-38dcd594c429" providerId="ADAL" clId="{A583B98C-F495-734A-A4FF-D986800A6477}" dt="2020-06-07T21:13:39.107" v="1238" actId="164"/>
          <ac:grpSpMkLst>
            <pc:docMk/>
            <pc:sldMk cId="3240405922" sldId="1074"/>
            <ac:grpSpMk id="53" creationId="{00000000-0000-0000-0000-000000000000}"/>
          </ac:grpSpMkLst>
        </pc:grpChg>
        <pc:grpChg chg="mod">
          <ac:chgData name="Petrucci, Vinicius Tavares" userId="0f008dc3-483e-4536-a03d-38dcd594c429" providerId="ADAL" clId="{A583B98C-F495-734A-A4FF-D986800A6477}" dt="2020-06-07T21:13:39.107" v="1238" actId="164"/>
          <ac:grpSpMkLst>
            <pc:docMk/>
            <pc:sldMk cId="3240405922" sldId="1074"/>
            <ac:grpSpMk id="58" creationId="{00000000-0000-0000-0000-000000000000}"/>
          </ac:grpSpMkLst>
        </pc:grpChg>
        <pc:grpChg chg="mod">
          <ac:chgData name="Petrucci, Vinicius Tavares" userId="0f008dc3-483e-4536-a03d-38dcd594c429" providerId="ADAL" clId="{A583B98C-F495-734A-A4FF-D986800A6477}" dt="2020-06-07T21:13:39.107" v="1238" actId="164"/>
          <ac:grpSpMkLst>
            <pc:docMk/>
            <pc:sldMk cId="3240405922" sldId="1074"/>
            <ac:grpSpMk id="63" creationId="{00000000-0000-0000-0000-000000000000}"/>
          </ac:grpSpMkLst>
        </pc:grpChg>
        <pc:grpChg chg="mod">
          <ac:chgData name="Petrucci, Vinicius Tavares" userId="0f008dc3-483e-4536-a03d-38dcd594c429" providerId="ADAL" clId="{A583B98C-F495-734A-A4FF-D986800A6477}" dt="2020-06-07T21:13:39.107" v="1238" actId="164"/>
          <ac:grpSpMkLst>
            <pc:docMk/>
            <pc:sldMk cId="3240405922" sldId="1074"/>
            <ac:grpSpMk id="68" creationId="{00000000-0000-0000-0000-000000000000}"/>
          </ac:grpSpMkLst>
        </pc:grpChg>
      </pc:sldChg>
      <pc:sldChg chg="addSp delSp modSp add modAnim">
        <pc:chgData name="Petrucci, Vinicius Tavares" userId="0f008dc3-483e-4536-a03d-38dcd594c429" providerId="ADAL" clId="{A583B98C-F495-734A-A4FF-D986800A6477}" dt="2020-06-09T13:41:33.590" v="2266"/>
        <pc:sldMkLst>
          <pc:docMk/>
          <pc:sldMk cId="843321934" sldId="1077"/>
        </pc:sldMkLst>
        <pc:spChg chg="add del mod">
          <ac:chgData name="Petrucci, Vinicius Tavares" userId="0f008dc3-483e-4536-a03d-38dcd594c429" providerId="ADAL" clId="{A583B98C-F495-734A-A4FF-D986800A6477}" dt="2020-06-07T21:26:01.709" v="1385"/>
          <ac:spMkLst>
            <pc:docMk/>
            <pc:sldMk cId="843321934" sldId="1077"/>
            <ac:spMk id="2" creationId="{4FAD7270-226A-0240-9387-56418F599A09}"/>
          </ac:spMkLst>
        </pc:spChg>
        <pc:spChg chg="add del mod">
          <ac:chgData name="Petrucci, Vinicius Tavares" userId="0f008dc3-483e-4536-a03d-38dcd594c429" providerId="ADAL" clId="{A583B98C-F495-734A-A4FF-D986800A6477}" dt="2020-06-07T21:26:01.709" v="1385"/>
          <ac:spMkLst>
            <pc:docMk/>
            <pc:sldMk cId="843321934" sldId="1077"/>
            <ac:spMk id="3" creationId="{11C1BD99-A17E-BB4B-8B53-713A238D084F}"/>
          </ac:spMkLst>
        </pc:spChg>
        <pc:spChg chg="mod">
          <ac:chgData name="Petrucci, Vinicius Tavares" userId="0f008dc3-483e-4536-a03d-38dcd594c429" providerId="ADAL" clId="{A583B98C-F495-734A-A4FF-D986800A6477}" dt="2020-06-07T21:23:14.447" v="1351" actId="400"/>
          <ac:spMkLst>
            <pc:docMk/>
            <pc:sldMk cId="843321934" sldId="1077"/>
            <ac:spMk id="23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22:27.990" v="1340" actId="14100"/>
          <ac:spMkLst>
            <pc:docMk/>
            <pc:sldMk cId="843321934" sldId="1077"/>
            <ac:spMk id="24" creationId="{00000000-0000-0000-0000-000000000000}"/>
          </ac:spMkLst>
        </pc:spChg>
        <pc:spChg chg="add mod">
          <ac:chgData name="Petrucci, Vinicius Tavares" userId="0f008dc3-483e-4536-a03d-38dcd594c429" providerId="ADAL" clId="{A583B98C-F495-734A-A4FF-D986800A6477}" dt="2020-06-09T13:41:33.590" v="2266"/>
          <ac:spMkLst>
            <pc:docMk/>
            <pc:sldMk cId="843321934" sldId="1077"/>
            <ac:spMk id="25" creationId="{A3DA237D-598B-D443-A0F8-FF1EA0599520}"/>
          </ac:spMkLst>
        </pc:spChg>
        <pc:spChg chg="mod">
          <ac:chgData name="Petrucci, Vinicius Tavares" userId="0f008dc3-483e-4536-a03d-38dcd594c429" providerId="ADAL" clId="{A583B98C-F495-734A-A4FF-D986800A6477}" dt="2020-06-07T21:22:43.094" v="1342" actId="2711"/>
          <ac:spMkLst>
            <pc:docMk/>
            <pc:sldMk cId="843321934" sldId="1077"/>
            <ac:spMk id="27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26:01.709" v="1385"/>
          <ac:spMkLst>
            <pc:docMk/>
            <pc:sldMk cId="843321934" sldId="1077"/>
            <ac:spMk id="30722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26:23.126" v="1396" actId="207"/>
          <ac:spMkLst>
            <pc:docMk/>
            <pc:sldMk cId="843321934" sldId="1077"/>
            <ac:spMk id="30723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22:17.004" v="1334" actId="14100"/>
          <ac:spMkLst>
            <pc:docMk/>
            <pc:sldMk cId="843321934" sldId="1077"/>
            <ac:spMk id="30724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20:24.423" v="1280" actId="1036"/>
          <ac:spMkLst>
            <pc:docMk/>
            <pc:sldMk cId="843321934" sldId="1077"/>
            <ac:spMk id="30725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21:22.276" v="1308" actId="1036"/>
          <ac:spMkLst>
            <pc:docMk/>
            <pc:sldMk cId="843321934" sldId="1077"/>
            <ac:spMk id="30726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20:39.653" v="1289" actId="1038"/>
          <ac:spMkLst>
            <pc:docMk/>
            <pc:sldMk cId="843321934" sldId="1077"/>
            <ac:spMk id="30730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20:30.082" v="1286" actId="1036"/>
          <ac:spMkLst>
            <pc:docMk/>
            <pc:sldMk cId="843321934" sldId="1077"/>
            <ac:spMk id="30731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21:22.276" v="1308" actId="1036"/>
          <ac:spMkLst>
            <pc:docMk/>
            <pc:sldMk cId="843321934" sldId="1077"/>
            <ac:spMk id="30732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21:22.276" v="1308" actId="1036"/>
          <ac:spMkLst>
            <pc:docMk/>
            <pc:sldMk cId="843321934" sldId="1077"/>
            <ac:spMk id="30733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21:28.498" v="1312" actId="1038"/>
          <ac:spMkLst>
            <pc:docMk/>
            <pc:sldMk cId="843321934" sldId="1077"/>
            <ac:spMk id="30738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21:22.276" v="1308" actId="1036"/>
          <ac:spMkLst>
            <pc:docMk/>
            <pc:sldMk cId="843321934" sldId="1077"/>
            <ac:spMk id="30739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21:22.276" v="1308" actId="1036"/>
          <ac:spMkLst>
            <pc:docMk/>
            <pc:sldMk cId="843321934" sldId="1077"/>
            <ac:spMk id="30740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21:22.276" v="1308" actId="1036"/>
          <ac:spMkLst>
            <pc:docMk/>
            <pc:sldMk cId="843321934" sldId="1077"/>
            <ac:spMk id="30741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21:22.276" v="1308" actId="1036"/>
          <ac:spMkLst>
            <pc:docMk/>
            <pc:sldMk cId="843321934" sldId="1077"/>
            <ac:spMk id="365575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21:22.276" v="1308" actId="1036"/>
          <ac:spMkLst>
            <pc:docMk/>
            <pc:sldMk cId="843321934" sldId="1077"/>
            <ac:spMk id="365576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21:22.276" v="1308" actId="1036"/>
          <ac:spMkLst>
            <pc:docMk/>
            <pc:sldMk cId="843321934" sldId="1077"/>
            <ac:spMk id="365579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57:32.896" v="1896" actId="122"/>
          <ac:spMkLst>
            <pc:docMk/>
            <pc:sldMk cId="843321934" sldId="1077"/>
            <ac:spMk id="365587" creationId="{00000000-0000-0000-0000-000000000000}"/>
          </ac:spMkLst>
        </pc:spChg>
      </pc:sldChg>
      <pc:sldChg chg="addSp delSp modSp add">
        <pc:chgData name="Petrucci, Vinicius Tavares" userId="0f008dc3-483e-4536-a03d-38dcd594c429" providerId="ADAL" clId="{A583B98C-F495-734A-A4FF-D986800A6477}" dt="2020-06-09T13:41:57.389" v="2275"/>
        <pc:sldMkLst>
          <pc:docMk/>
          <pc:sldMk cId="225294429" sldId="1083"/>
        </pc:sldMkLst>
        <pc:spChg chg="add del mod">
          <ac:chgData name="Petrucci, Vinicius Tavares" userId="0f008dc3-483e-4536-a03d-38dcd594c429" providerId="ADAL" clId="{A583B98C-F495-734A-A4FF-D986800A6477}" dt="2020-06-07T21:58:33.651" v="1908"/>
          <ac:spMkLst>
            <pc:docMk/>
            <pc:sldMk cId="225294429" sldId="1083"/>
            <ac:spMk id="2" creationId="{8FF16E19-8046-6A47-BED0-FB8C1F555F3B}"/>
          </ac:spMkLst>
        </pc:spChg>
        <pc:spChg chg="add del mod">
          <ac:chgData name="Petrucci, Vinicius Tavares" userId="0f008dc3-483e-4536-a03d-38dcd594c429" providerId="ADAL" clId="{A583B98C-F495-734A-A4FF-D986800A6477}" dt="2020-06-07T21:58:35.668" v="1909" actId="478"/>
          <ac:spMkLst>
            <pc:docMk/>
            <pc:sldMk cId="225294429" sldId="1083"/>
            <ac:spMk id="3" creationId="{31659C2A-62DB-0046-A033-F2DA414F2233}"/>
          </ac:spMkLst>
        </pc:spChg>
        <pc:spChg chg="mod">
          <ac:chgData name="Petrucci, Vinicius Tavares" userId="0f008dc3-483e-4536-a03d-38dcd594c429" providerId="ADAL" clId="{A583B98C-F495-734A-A4FF-D986800A6477}" dt="2020-06-07T22:01:02.415" v="1964" actId="1035"/>
          <ac:spMkLst>
            <pc:docMk/>
            <pc:sldMk cId="225294429" sldId="1083"/>
            <ac:spMk id="22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2:00:26.290" v="1954" actId="122"/>
          <ac:spMkLst>
            <pc:docMk/>
            <pc:sldMk cId="225294429" sldId="1083"/>
            <ac:spMk id="24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2:00:26.290" v="1954" actId="122"/>
          <ac:spMkLst>
            <pc:docMk/>
            <pc:sldMk cId="225294429" sldId="1083"/>
            <ac:spMk id="25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2:00:26.290" v="1954" actId="122"/>
          <ac:spMkLst>
            <pc:docMk/>
            <pc:sldMk cId="225294429" sldId="1083"/>
            <ac:spMk id="26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2:00:26.290" v="1954" actId="122"/>
          <ac:spMkLst>
            <pc:docMk/>
            <pc:sldMk cId="225294429" sldId="1083"/>
            <ac:spMk id="31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2:00:26.290" v="1954" actId="122"/>
          <ac:spMkLst>
            <pc:docMk/>
            <pc:sldMk cId="225294429" sldId="1083"/>
            <ac:spMk id="35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2:00:26.290" v="1954" actId="122"/>
          <ac:spMkLst>
            <pc:docMk/>
            <pc:sldMk cId="225294429" sldId="1083"/>
            <ac:spMk id="36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2:00:26.290" v="1954" actId="122"/>
          <ac:spMkLst>
            <pc:docMk/>
            <pc:sldMk cId="225294429" sldId="1083"/>
            <ac:spMk id="37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59:06.125" v="1915" actId="2711"/>
          <ac:spMkLst>
            <pc:docMk/>
            <pc:sldMk cId="225294429" sldId="1083"/>
            <ac:spMk id="48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2:01:26.536" v="1971" actId="1038"/>
          <ac:spMkLst>
            <pc:docMk/>
            <pc:sldMk cId="225294429" sldId="1083"/>
            <ac:spMk id="49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2:00:38.232" v="1957" actId="1037"/>
          <ac:spMkLst>
            <pc:docMk/>
            <pc:sldMk cId="225294429" sldId="1083"/>
            <ac:spMk id="50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2:00:26.290" v="1954" actId="122"/>
          <ac:spMkLst>
            <pc:docMk/>
            <pc:sldMk cId="225294429" sldId="1083"/>
            <ac:spMk id="52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2:00:26.290" v="1954" actId="122"/>
          <ac:spMkLst>
            <pc:docMk/>
            <pc:sldMk cId="225294429" sldId="1083"/>
            <ac:spMk id="54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2:00:26.290" v="1954" actId="122"/>
          <ac:spMkLst>
            <pc:docMk/>
            <pc:sldMk cId="225294429" sldId="1083"/>
            <ac:spMk id="55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2:00:26.290" v="1954" actId="122"/>
          <ac:spMkLst>
            <pc:docMk/>
            <pc:sldMk cId="225294429" sldId="1083"/>
            <ac:spMk id="56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2:00:26.290" v="1954" actId="122"/>
          <ac:spMkLst>
            <pc:docMk/>
            <pc:sldMk cId="225294429" sldId="1083"/>
            <ac:spMk id="57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2:00:26.290" v="1954" actId="122"/>
          <ac:spMkLst>
            <pc:docMk/>
            <pc:sldMk cId="225294429" sldId="1083"/>
            <ac:spMk id="58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2:01:02.415" v="1964" actId="1035"/>
          <ac:spMkLst>
            <pc:docMk/>
            <pc:sldMk cId="225294429" sldId="1083"/>
            <ac:spMk id="59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2:00:26.290" v="1954" actId="122"/>
          <ac:spMkLst>
            <pc:docMk/>
            <pc:sldMk cId="225294429" sldId="1083"/>
            <ac:spMk id="60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2:00:26.290" v="1954" actId="122"/>
          <ac:spMkLst>
            <pc:docMk/>
            <pc:sldMk cId="225294429" sldId="1083"/>
            <ac:spMk id="61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2:00:26.290" v="1954" actId="122"/>
          <ac:spMkLst>
            <pc:docMk/>
            <pc:sldMk cId="225294429" sldId="1083"/>
            <ac:spMk id="62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2:00:26.290" v="1954" actId="122"/>
          <ac:spMkLst>
            <pc:docMk/>
            <pc:sldMk cId="225294429" sldId="1083"/>
            <ac:spMk id="63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2:02:32.439" v="1979" actId="1037"/>
          <ac:spMkLst>
            <pc:docMk/>
            <pc:sldMk cId="225294429" sldId="1083"/>
            <ac:spMk id="64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2:01:02.415" v="1964" actId="1035"/>
          <ac:spMkLst>
            <pc:docMk/>
            <pc:sldMk cId="225294429" sldId="1083"/>
            <ac:spMk id="65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2:00:26.290" v="1954" actId="122"/>
          <ac:spMkLst>
            <pc:docMk/>
            <pc:sldMk cId="225294429" sldId="1083"/>
            <ac:spMk id="66" creationId="{00000000-0000-0000-0000-000000000000}"/>
          </ac:spMkLst>
        </pc:spChg>
        <pc:spChg chg="add mod">
          <ac:chgData name="Petrucci, Vinicius Tavares" userId="0f008dc3-483e-4536-a03d-38dcd594c429" providerId="ADAL" clId="{A583B98C-F495-734A-A4FF-D986800A6477}" dt="2020-06-09T13:41:57.389" v="2275"/>
          <ac:spMkLst>
            <pc:docMk/>
            <pc:sldMk cId="225294429" sldId="1083"/>
            <ac:spMk id="67" creationId="{73425173-7B0A-5A4F-BEE0-E14C3863D918}"/>
          </ac:spMkLst>
        </pc:spChg>
        <pc:spChg chg="mod">
          <ac:chgData name="Petrucci, Vinicius Tavares" userId="0f008dc3-483e-4536-a03d-38dcd594c429" providerId="ADAL" clId="{A583B98C-F495-734A-A4FF-D986800A6477}" dt="2020-06-07T22:01:22.594" v="1969" actId="1038"/>
          <ac:spMkLst>
            <pc:docMk/>
            <pc:sldMk cId="225294429" sldId="1083"/>
            <ac:spMk id="75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2:00:51.099" v="1959" actId="1038"/>
          <ac:spMkLst>
            <pc:docMk/>
            <pc:sldMk cId="225294429" sldId="1083"/>
            <ac:spMk id="76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58:33.651" v="1908"/>
          <ac:spMkLst>
            <pc:docMk/>
            <pc:sldMk cId="225294429" sldId="1083"/>
            <ac:spMk id="10242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2:01:02.415" v="1964" actId="1035"/>
          <ac:spMkLst>
            <pc:docMk/>
            <pc:sldMk cId="225294429" sldId="1083"/>
            <ac:spMk id="10249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2:01:02.415" v="1964" actId="1035"/>
          <ac:spMkLst>
            <pc:docMk/>
            <pc:sldMk cId="225294429" sldId="1083"/>
            <ac:spMk id="10250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2:01:02.415" v="1964" actId="1035"/>
          <ac:spMkLst>
            <pc:docMk/>
            <pc:sldMk cId="225294429" sldId="1083"/>
            <ac:spMk id="10251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2:01:02.415" v="1964" actId="1035"/>
          <ac:spMkLst>
            <pc:docMk/>
            <pc:sldMk cId="225294429" sldId="1083"/>
            <ac:spMk id="348180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2:01:02.415" v="1964" actId="1035"/>
          <ac:spMkLst>
            <pc:docMk/>
            <pc:sldMk cId="225294429" sldId="1083"/>
            <ac:spMk id="348181" creationId="{00000000-0000-0000-0000-000000000000}"/>
          </ac:spMkLst>
        </pc:spChg>
        <pc:grpChg chg="mod">
          <ac:chgData name="Petrucci, Vinicius Tavares" userId="0f008dc3-483e-4536-a03d-38dcd594c429" providerId="ADAL" clId="{A583B98C-F495-734A-A4FF-D986800A6477}" dt="2020-06-07T22:01:02.415" v="1964" actId="1035"/>
          <ac:grpSpMkLst>
            <pc:docMk/>
            <pc:sldMk cId="225294429" sldId="1083"/>
            <ac:grpSpMk id="10" creationId="{00000000-0000-0000-0000-000000000000}"/>
          </ac:grpSpMkLst>
        </pc:grpChg>
        <pc:grpChg chg="mod">
          <ac:chgData name="Petrucci, Vinicius Tavares" userId="0f008dc3-483e-4536-a03d-38dcd594c429" providerId="ADAL" clId="{A583B98C-F495-734A-A4FF-D986800A6477}" dt="2020-06-07T22:01:02.415" v="1964" actId="1035"/>
          <ac:grpSpMkLst>
            <pc:docMk/>
            <pc:sldMk cId="225294429" sldId="1083"/>
            <ac:grpSpMk id="11" creationId="{00000000-0000-0000-0000-000000000000}"/>
          </ac:grpSpMkLst>
        </pc:grpChg>
        <pc:grpChg chg="mod">
          <ac:chgData name="Petrucci, Vinicius Tavares" userId="0f008dc3-483e-4536-a03d-38dcd594c429" providerId="ADAL" clId="{A583B98C-F495-734A-A4FF-D986800A6477}" dt="2020-06-07T22:01:02.415" v="1964" actId="1035"/>
          <ac:grpSpMkLst>
            <pc:docMk/>
            <pc:sldMk cId="225294429" sldId="1083"/>
            <ac:grpSpMk id="12" creationId="{00000000-0000-0000-0000-000000000000}"/>
          </ac:grpSpMkLst>
        </pc:grpChg>
        <pc:grpChg chg="mod">
          <ac:chgData name="Petrucci, Vinicius Tavares" userId="0f008dc3-483e-4536-a03d-38dcd594c429" providerId="ADAL" clId="{A583B98C-F495-734A-A4FF-D986800A6477}" dt="2020-06-07T22:01:02.415" v="1964" actId="1035"/>
          <ac:grpSpMkLst>
            <pc:docMk/>
            <pc:sldMk cId="225294429" sldId="1083"/>
            <ac:grpSpMk id="13" creationId="{00000000-0000-0000-0000-000000000000}"/>
          </ac:grpSpMkLst>
        </pc:grpChg>
        <pc:grpChg chg="mod">
          <ac:chgData name="Petrucci, Vinicius Tavares" userId="0f008dc3-483e-4536-a03d-38dcd594c429" providerId="ADAL" clId="{A583B98C-F495-734A-A4FF-D986800A6477}" dt="2020-06-07T22:01:02.415" v="1964" actId="1035"/>
          <ac:grpSpMkLst>
            <pc:docMk/>
            <pc:sldMk cId="225294429" sldId="1083"/>
            <ac:grpSpMk id="14" creationId="{00000000-0000-0000-0000-000000000000}"/>
          </ac:grpSpMkLst>
        </pc:grpChg>
        <pc:grpChg chg="mod">
          <ac:chgData name="Petrucci, Vinicius Tavares" userId="0f008dc3-483e-4536-a03d-38dcd594c429" providerId="ADAL" clId="{A583B98C-F495-734A-A4FF-D986800A6477}" dt="2020-06-07T22:01:02.415" v="1964" actId="1035"/>
          <ac:grpSpMkLst>
            <pc:docMk/>
            <pc:sldMk cId="225294429" sldId="1083"/>
            <ac:grpSpMk id="15" creationId="{00000000-0000-0000-0000-000000000000}"/>
          </ac:grpSpMkLst>
        </pc:grpChg>
        <pc:grpChg chg="mod">
          <ac:chgData name="Petrucci, Vinicius Tavares" userId="0f008dc3-483e-4536-a03d-38dcd594c429" providerId="ADAL" clId="{A583B98C-F495-734A-A4FF-D986800A6477}" dt="2020-06-07T22:01:02.415" v="1964" actId="1035"/>
          <ac:grpSpMkLst>
            <pc:docMk/>
            <pc:sldMk cId="225294429" sldId="1083"/>
            <ac:grpSpMk id="17" creationId="{00000000-0000-0000-0000-000000000000}"/>
          </ac:grpSpMkLst>
        </pc:grpChg>
        <pc:grpChg chg="mod">
          <ac:chgData name="Petrucci, Vinicius Tavares" userId="0f008dc3-483e-4536-a03d-38dcd594c429" providerId="ADAL" clId="{A583B98C-F495-734A-A4FF-D986800A6477}" dt="2020-06-07T22:01:24.824" v="1970" actId="1037"/>
          <ac:grpSpMkLst>
            <pc:docMk/>
            <pc:sldMk cId="225294429" sldId="1083"/>
            <ac:grpSpMk id="19" creationId="{00000000-0000-0000-0000-000000000000}"/>
          </ac:grpSpMkLst>
        </pc:grpChg>
        <pc:grpChg chg="mod">
          <ac:chgData name="Petrucci, Vinicius Tavares" userId="0f008dc3-483e-4536-a03d-38dcd594c429" providerId="ADAL" clId="{A583B98C-F495-734A-A4FF-D986800A6477}" dt="2020-06-07T22:01:02.415" v="1964" actId="1035"/>
          <ac:grpSpMkLst>
            <pc:docMk/>
            <pc:sldMk cId="225294429" sldId="1083"/>
            <ac:grpSpMk id="53" creationId="{00000000-0000-0000-0000-000000000000}"/>
          </ac:grpSpMkLst>
        </pc:grpChg>
        <pc:grpChg chg="mod">
          <ac:chgData name="Petrucci, Vinicius Tavares" userId="0f008dc3-483e-4536-a03d-38dcd594c429" providerId="ADAL" clId="{A583B98C-F495-734A-A4FF-D986800A6477}" dt="2020-06-07T22:01:19.047" v="1967" actId="1038"/>
          <ac:grpSpMkLst>
            <pc:docMk/>
            <pc:sldMk cId="225294429" sldId="1083"/>
            <ac:grpSpMk id="74" creationId="{00000000-0000-0000-0000-000000000000}"/>
          </ac:grpSpMkLst>
        </pc:grpChg>
        <pc:cxnChg chg="mod">
          <ac:chgData name="Petrucci, Vinicius Tavares" userId="0f008dc3-483e-4536-a03d-38dcd594c429" providerId="ADAL" clId="{A583B98C-F495-734A-A4FF-D986800A6477}" dt="2020-06-07T22:01:02.415" v="1964" actId="1035"/>
          <ac:cxnSpMkLst>
            <pc:docMk/>
            <pc:sldMk cId="225294429" sldId="1083"/>
            <ac:cxnSpMk id="18" creationId="{00000000-0000-0000-0000-000000000000}"/>
          </ac:cxnSpMkLst>
        </pc:cxnChg>
        <pc:cxnChg chg="mod">
          <ac:chgData name="Petrucci, Vinicius Tavares" userId="0f008dc3-483e-4536-a03d-38dcd594c429" providerId="ADAL" clId="{A583B98C-F495-734A-A4FF-D986800A6477}" dt="2020-06-07T22:02:01.229" v="1973" actId="1038"/>
          <ac:cxnSpMkLst>
            <pc:docMk/>
            <pc:sldMk cId="225294429" sldId="1083"/>
            <ac:cxnSpMk id="43" creationId="{00000000-0000-0000-0000-000000000000}"/>
          </ac:cxnSpMkLst>
        </pc:cxnChg>
      </pc:sldChg>
      <pc:sldChg chg="addSp delSp modSp add modAnim">
        <pc:chgData name="Petrucci, Vinicius Tavares" userId="0f008dc3-483e-4536-a03d-38dcd594c429" providerId="ADAL" clId="{A583B98C-F495-734A-A4FF-D986800A6477}" dt="2020-06-07T21:57:19.156" v="1894" actId="2711"/>
        <pc:sldMkLst>
          <pc:docMk/>
          <pc:sldMk cId="2872472088" sldId="1084"/>
        </pc:sldMkLst>
        <pc:spChg chg="add del mod">
          <ac:chgData name="Petrucci, Vinicius Tavares" userId="0f008dc3-483e-4536-a03d-38dcd594c429" providerId="ADAL" clId="{A583B98C-F495-734A-A4FF-D986800A6477}" dt="2020-06-07T21:29:52.696" v="1411"/>
          <ac:spMkLst>
            <pc:docMk/>
            <pc:sldMk cId="2872472088" sldId="1084"/>
            <ac:spMk id="4" creationId="{FA15F84B-84D2-564C-A4C3-5EEFB7D6DE17}"/>
          </ac:spMkLst>
        </pc:spChg>
        <pc:spChg chg="add del mod">
          <ac:chgData name="Petrucci, Vinicius Tavares" userId="0f008dc3-483e-4536-a03d-38dcd594c429" providerId="ADAL" clId="{A583B98C-F495-734A-A4FF-D986800A6477}" dt="2020-06-07T21:29:55.800" v="1412" actId="478"/>
          <ac:spMkLst>
            <pc:docMk/>
            <pc:sldMk cId="2872472088" sldId="1084"/>
            <ac:spMk id="5" creationId="{F755BC53-9D1A-304C-BB02-1B530204E263}"/>
          </ac:spMkLst>
        </pc:spChg>
        <pc:spChg chg="del">
          <ac:chgData name="Petrucci, Vinicius Tavares" userId="0f008dc3-483e-4536-a03d-38dcd594c429" providerId="ADAL" clId="{A583B98C-F495-734A-A4FF-D986800A6477}" dt="2020-06-07T21:32:17.833" v="1446" actId="478"/>
          <ac:spMkLst>
            <pc:docMk/>
            <pc:sldMk cId="2872472088" sldId="1084"/>
            <ac:spMk id="73" creationId="{00000000-0000-0000-0000-000000000000}"/>
          </ac:spMkLst>
        </pc:spChg>
        <pc:spChg chg="add mod">
          <ac:chgData name="Petrucci, Vinicius Tavares" userId="0f008dc3-483e-4536-a03d-38dcd594c429" providerId="ADAL" clId="{A583B98C-F495-734A-A4FF-D986800A6477}" dt="2020-06-07T21:34:07.032" v="1458" actId="207"/>
          <ac:spMkLst>
            <pc:docMk/>
            <pc:sldMk cId="2872472088" sldId="1084"/>
            <ac:spMk id="74" creationId="{3AC7C9AE-459F-E74E-A205-6B09B1B99BE6}"/>
          </ac:spMkLst>
        </pc:spChg>
        <pc:spChg chg="add mod">
          <ac:chgData name="Petrucci, Vinicius Tavares" userId="0f008dc3-483e-4536-a03d-38dcd594c429" providerId="ADAL" clId="{A583B98C-F495-734A-A4FF-D986800A6477}" dt="2020-06-07T21:32:18.676" v="1447"/>
          <ac:spMkLst>
            <pc:docMk/>
            <pc:sldMk cId="2872472088" sldId="1084"/>
            <ac:spMk id="75" creationId="{993B7329-2F84-9645-A1A9-789C00DF9079}"/>
          </ac:spMkLst>
        </pc:spChg>
        <pc:spChg chg="add mod">
          <ac:chgData name="Petrucci, Vinicius Tavares" userId="0f008dc3-483e-4536-a03d-38dcd594c429" providerId="ADAL" clId="{A583B98C-F495-734A-A4FF-D986800A6477}" dt="2020-06-07T21:34:02.333" v="1457" actId="207"/>
          <ac:spMkLst>
            <pc:docMk/>
            <pc:sldMk cId="2872472088" sldId="1084"/>
            <ac:spMk id="76" creationId="{5074C0E1-5B95-1144-A70A-4B8537FBA2D3}"/>
          </ac:spMkLst>
        </pc:spChg>
        <pc:spChg chg="mod">
          <ac:chgData name="Petrucci, Vinicius Tavares" userId="0f008dc3-483e-4536-a03d-38dcd594c429" providerId="ADAL" clId="{A583B98C-F495-734A-A4FF-D986800A6477}" dt="2020-06-07T21:32:33.662" v="1449"/>
          <ac:spMkLst>
            <pc:docMk/>
            <pc:sldMk cId="2872472088" sldId="1084"/>
            <ac:spMk id="78" creationId="{12EF53D5-C73B-BC4F-8387-E86999A29551}"/>
          </ac:spMkLst>
        </pc:spChg>
        <pc:spChg chg="mod">
          <ac:chgData name="Petrucci, Vinicius Tavares" userId="0f008dc3-483e-4536-a03d-38dcd594c429" providerId="ADAL" clId="{A583B98C-F495-734A-A4FF-D986800A6477}" dt="2020-06-07T21:32:33.662" v="1449"/>
          <ac:spMkLst>
            <pc:docMk/>
            <pc:sldMk cId="2872472088" sldId="1084"/>
            <ac:spMk id="79" creationId="{50EFA6AE-848E-5944-A461-E8B9725AC177}"/>
          </ac:spMkLst>
        </pc:spChg>
        <pc:spChg chg="mod">
          <ac:chgData name="Petrucci, Vinicius Tavares" userId="0f008dc3-483e-4536-a03d-38dcd594c429" providerId="ADAL" clId="{A583B98C-F495-734A-A4FF-D986800A6477}" dt="2020-06-07T21:31:13.886" v="1437" actId="1036"/>
          <ac:spMkLst>
            <pc:docMk/>
            <pc:sldMk cId="2872472088" sldId="1084"/>
            <ac:spMk id="86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31:13.886" v="1437" actId="1036"/>
          <ac:spMkLst>
            <pc:docMk/>
            <pc:sldMk cId="2872472088" sldId="1084"/>
            <ac:spMk id="87" creationId="{00000000-0000-0000-0000-000000000000}"/>
          </ac:spMkLst>
        </pc:spChg>
        <pc:spChg chg="del mod">
          <ac:chgData name="Petrucci, Vinicius Tavares" userId="0f008dc3-483e-4536-a03d-38dcd594c429" providerId="ADAL" clId="{A583B98C-F495-734A-A4FF-D986800A6477}" dt="2020-06-07T21:32:32.604" v="1448" actId="478"/>
          <ac:spMkLst>
            <pc:docMk/>
            <pc:sldMk cId="2872472088" sldId="1084"/>
            <ac:spMk id="89" creationId="{00000000-0000-0000-0000-000000000000}"/>
          </ac:spMkLst>
        </pc:spChg>
        <pc:spChg chg="del mod">
          <ac:chgData name="Petrucci, Vinicius Tavares" userId="0f008dc3-483e-4536-a03d-38dcd594c429" providerId="ADAL" clId="{A583B98C-F495-734A-A4FF-D986800A6477}" dt="2020-06-07T21:32:32.604" v="1448" actId="478"/>
          <ac:spMkLst>
            <pc:docMk/>
            <pc:sldMk cId="2872472088" sldId="1084"/>
            <ac:spMk id="90" creationId="{00000000-0000-0000-0000-000000000000}"/>
          </ac:spMkLst>
        </pc:spChg>
        <pc:spChg chg="del mod">
          <ac:chgData name="Petrucci, Vinicius Tavares" userId="0f008dc3-483e-4536-a03d-38dcd594c429" providerId="ADAL" clId="{A583B98C-F495-734A-A4FF-D986800A6477}" dt="2020-06-07T21:32:17.833" v="1446" actId="478"/>
          <ac:spMkLst>
            <pc:docMk/>
            <pc:sldMk cId="2872472088" sldId="1084"/>
            <ac:spMk id="92" creationId="{00000000-0000-0000-0000-000000000000}"/>
          </ac:spMkLst>
        </pc:spChg>
        <pc:spChg chg="del">
          <ac:chgData name="Petrucci, Vinicius Tavares" userId="0f008dc3-483e-4536-a03d-38dcd594c429" providerId="ADAL" clId="{A583B98C-F495-734A-A4FF-D986800A6477}" dt="2020-06-07T21:32:32.604" v="1448" actId="478"/>
          <ac:spMkLst>
            <pc:docMk/>
            <pc:sldMk cId="2872472088" sldId="1084"/>
            <ac:spMk id="93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31:20.377" v="1438" actId="1038"/>
          <ac:spMkLst>
            <pc:docMk/>
            <pc:sldMk cId="2872472088" sldId="1084"/>
            <ac:spMk id="94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33:33.270" v="1453" actId="113"/>
          <ac:spMkLst>
            <pc:docMk/>
            <pc:sldMk cId="2872472088" sldId="1084"/>
            <ac:spMk id="98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33:33.270" v="1453" actId="113"/>
          <ac:spMkLst>
            <pc:docMk/>
            <pc:sldMk cId="2872472088" sldId="1084"/>
            <ac:spMk id="99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33:33.270" v="1453" actId="113"/>
          <ac:spMkLst>
            <pc:docMk/>
            <pc:sldMk cId="2872472088" sldId="1084"/>
            <ac:spMk id="100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33:33.270" v="1453" actId="113"/>
          <ac:spMkLst>
            <pc:docMk/>
            <pc:sldMk cId="2872472088" sldId="1084"/>
            <ac:spMk id="101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33:37.808" v="1454" actId="113"/>
          <ac:spMkLst>
            <pc:docMk/>
            <pc:sldMk cId="2872472088" sldId="1084"/>
            <ac:spMk id="103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33:37.808" v="1454" actId="113"/>
          <ac:spMkLst>
            <pc:docMk/>
            <pc:sldMk cId="2872472088" sldId="1084"/>
            <ac:spMk id="104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33:37.808" v="1454" actId="113"/>
          <ac:spMkLst>
            <pc:docMk/>
            <pc:sldMk cId="2872472088" sldId="1084"/>
            <ac:spMk id="105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33:37.808" v="1454" actId="113"/>
          <ac:spMkLst>
            <pc:docMk/>
            <pc:sldMk cId="2872472088" sldId="1084"/>
            <ac:spMk id="106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29:52.696" v="1411"/>
          <ac:spMkLst>
            <pc:docMk/>
            <pc:sldMk cId="2872472088" sldId="1084"/>
            <ac:spMk id="25602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57:19.156" v="1894" actId="2711"/>
          <ac:spMkLst>
            <pc:docMk/>
            <pc:sldMk cId="2872472088" sldId="1084"/>
            <ac:spMk id="360479" creationId="{00000000-0000-0000-0000-000000000000}"/>
          </ac:spMkLst>
        </pc:spChg>
        <pc:grpChg chg="mod">
          <ac:chgData name="Petrucci, Vinicius Tavares" userId="0f008dc3-483e-4536-a03d-38dcd594c429" providerId="ADAL" clId="{A583B98C-F495-734A-A4FF-D986800A6477}" dt="2020-06-07T21:31:13.886" v="1437" actId="1036"/>
          <ac:grpSpMkLst>
            <pc:docMk/>
            <pc:sldMk cId="2872472088" sldId="1084"/>
            <ac:grpSpMk id="3" creationId="{00000000-0000-0000-0000-000000000000}"/>
          </ac:grpSpMkLst>
        </pc:grpChg>
        <pc:grpChg chg="add mod">
          <ac:chgData name="Petrucci, Vinicius Tavares" userId="0f008dc3-483e-4536-a03d-38dcd594c429" providerId="ADAL" clId="{A583B98C-F495-734A-A4FF-D986800A6477}" dt="2020-06-07T21:32:33.662" v="1449"/>
          <ac:grpSpMkLst>
            <pc:docMk/>
            <pc:sldMk cId="2872472088" sldId="1084"/>
            <ac:grpSpMk id="77" creationId="{B2B9907F-29FE-284C-B228-4B80A5DC582F}"/>
          </ac:grpSpMkLst>
        </pc:grpChg>
        <pc:grpChg chg="mod">
          <ac:chgData name="Petrucci, Vinicius Tavares" userId="0f008dc3-483e-4536-a03d-38dcd594c429" providerId="ADAL" clId="{A583B98C-F495-734A-A4FF-D986800A6477}" dt="2020-06-07T21:31:13.886" v="1437" actId="1036"/>
          <ac:grpSpMkLst>
            <pc:docMk/>
            <pc:sldMk cId="2872472088" sldId="1084"/>
            <ac:grpSpMk id="97" creationId="{00000000-0000-0000-0000-000000000000}"/>
          </ac:grpSpMkLst>
        </pc:grpChg>
        <pc:grpChg chg="mod">
          <ac:chgData name="Petrucci, Vinicius Tavares" userId="0f008dc3-483e-4536-a03d-38dcd594c429" providerId="ADAL" clId="{A583B98C-F495-734A-A4FF-D986800A6477}" dt="2020-06-07T21:31:13.886" v="1437" actId="1036"/>
          <ac:grpSpMkLst>
            <pc:docMk/>
            <pc:sldMk cId="2872472088" sldId="1084"/>
            <ac:grpSpMk id="102" creationId="{00000000-0000-0000-0000-000000000000}"/>
          </ac:grpSpMkLst>
        </pc:grpChg>
      </pc:sldChg>
      <pc:sldChg chg="addSp delSp modSp add mod modAnim chgLayout">
        <pc:chgData name="Petrucci, Vinicius Tavares" userId="0f008dc3-483e-4536-a03d-38dcd594c429" providerId="ADAL" clId="{A583B98C-F495-734A-A4FF-D986800A6477}" dt="2020-06-09T13:41:55.268" v="2274"/>
        <pc:sldMkLst>
          <pc:docMk/>
          <pc:sldMk cId="1187824810" sldId="1088"/>
        </pc:sldMkLst>
        <pc:spChg chg="add mod ord">
          <ac:chgData name="Petrucci, Vinicius Tavares" userId="0f008dc3-483e-4536-a03d-38dcd594c429" providerId="ADAL" clId="{A583B98C-F495-734A-A4FF-D986800A6477}" dt="2020-06-07T21:53:55.604" v="1817"/>
          <ac:spMkLst>
            <pc:docMk/>
            <pc:sldMk cId="1187824810" sldId="1088"/>
            <ac:spMk id="2" creationId="{10A2F331-3CF1-3943-A138-D5E94A2FDA0A}"/>
          </ac:spMkLst>
        </pc:spChg>
        <pc:spChg chg="mod">
          <ac:chgData name="Petrucci, Vinicius Tavares" userId="0f008dc3-483e-4536-a03d-38dcd594c429" providerId="ADAL" clId="{A583B98C-F495-734A-A4FF-D986800A6477}" dt="2020-06-07T21:57:03.555" v="1893" actId="1076"/>
          <ac:spMkLst>
            <pc:docMk/>
            <pc:sldMk cId="1187824810" sldId="1088"/>
            <ac:spMk id="23" creationId="{00000000-0000-0000-0000-000000000000}"/>
          </ac:spMkLst>
        </pc:spChg>
        <pc:spChg chg="add mod">
          <ac:chgData name="Petrucci, Vinicius Tavares" userId="0f008dc3-483e-4536-a03d-38dcd594c429" providerId="ADAL" clId="{A583B98C-F495-734A-A4FF-D986800A6477}" dt="2020-06-09T13:41:55.268" v="2274"/>
          <ac:spMkLst>
            <pc:docMk/>
            <pc:sldMk cId="1187824810" sldId="1088"/>
            <ac:spMk id="25" creationId="{F8B97037-A99A-314F-951B-EAB3C420EB23}"/>
          </ac:spMkLst>
        </pc:spChg>
        <pc:spChg chg="mod">
          <ac:chgData name="Petrucci, Vinicius Tavares" userId="0f008dc3-483e-4536-a03d-38dcd594c429" providerId="ADAL" clId="{A583B98C-F495-734A-A4FF-D986800A6477}" dt="2020-06-07T21:56:54.289" v="1891" actId="122"/>
          <ac:spMkLst>
            <pc:docMk/>
            <pc:sldMk cId="1187824810" sldId="1088"/>
            <ac:spMk id="27" creationId="{00000000-0000-0000-0000-000000000000}"/>
          </ac:spMkLst>
        </pc:spChg>
        <pc:spChg chg="del mod">
          <ac:chgData name="Petrucci, Vinicius Tavares" userId="0f008dc3-483e-4536-a03d-38dcd594c429" providerId="ADAL" clId="{A583B98C-F495-734A-A4FF-D986800A6477}" dt="2020-06-07T21:53:54.342" v="1816" actId="700"/>
          <ac:spMkLst>
            <pc:docMk/>
            <pc:sldMk cId="1187824810" sldId="1088"/>
            <ac:spMk id="30722" creationId="{00000000-0000-0000-0000-000000000000}"/>
          </ac:spMkLst>
        </pc:spChg>
        <pc:spChg chg="mod ord">
          <ac:chgData name="Petrucci, Vinicius Tavares" userId="0f008dc3-483e-4536-a03d-38dcd594c429" providerId="ADAL" clId="{A583B98C-F495-734A-A4FF-D986800A6477}" dt="2020-06-07T22:35:09.392" v="2212" actId="20577"/>
          <ac:spMkLst>
            <pc:docMk/>
            <pc:sldMk cId="1187824810" sldId="1088"/>
            <ac:spMk id="30723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55:47.529" v="1872" actId="1076"/>
          <ac:spMkLst>
            <pc:docMk/>
            <pc:sldMk cId="1187824810" sldId="1088"/>
            <ac:spMk id="30726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55:04.140" v="1853" actId="2711"/>
          <ac:spMkLst>
            <pc:docMk/>
            <pc:sldMk cId="1187824810" sldId="1088"/>
            <ac:spMk id="30730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54:30.688" v="1847" actId="1037"/>
          <ac:spMkLst>
            <pc:docMk/>
            <pc:sldMk cId="1187824810" sldId="1088"/>
            <ac:spMk id="30731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55:09.118" v="1854" actId="2711"/>
          <ac:spMkLst>
            <pc:docMk/>
            <pc:sldMk cId="1187824810" sldId="1088"/>
            <ac:spMk id="30732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55:29.988" v="1863" actId="20577"/>
          <ac:spMkLst>
            <pc:docMk/>
            <pc:sldMk cId="1187824810" sldId="1088"/>
            <ac:spMk id="30733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2:35:29.246" v="2216" actId="207"/>
          <ac:spMkLst>
            <pc:docMk/>
            <pc:sldMk cId="1187824810" sldId="1088"/>
            <ac:spMk id="30734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2:35:35.448" v="2217" actId="208"/>
          <ac:spMkLst>
            <pc:docMk/>
            <pc:sldMk cId="1187824810" sldId="1088"/>
            <ac:spMk id="30735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55:40.151" v="1870" actId="1037"/>
          <ac:spMkLst>
            <pc:docMk/>
            <pc:sldMk cId="1187824810" sldId="1088"/>
            <ac:spMk id="30738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54:22.164" v="1844" actId="1038"/>
          <ac:spMkLst>
            <pc:docMk/>
            <pc:sldMk cId="1187824810" sldId="1088"/>
            <ac:spMk id="30739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54:22.164" v="1844" actId="1038"/>
          <ac:spMkLst>
            <pc:docMk/>
            <pc:sldMk cId="1187824810" sldId="1088"/>
            <ac:spMk id="30740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54:22.164" v="1844" actId="1038"/>
          <ac:spMkLst>
            <pc:docMk/>
            <pc:sldMk cId="1187824810" sldId="1088"/>
            <ac:spMk id="30741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54:22.164" v="1844" actId="1038"/>
          <ac:spMkLst>
            <pc:docMk/>
            <pc:sldMk cId="1187824810" sldId="1088"/>
            <ac:spMk id="365575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54:22.164" v="1844" actId="1038"/>
          <ac:spMkLst>
            <pc:docMk/>
            <pc:sldMk cId="1187824810" sldId="1088"/>
            <ac:spMk id="365576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54:22.164" v="1844" actId="1038"/>
          <ac:spMkLst>
            <pc:docMk/>
            <pc:sldMk cId="1187824810" sldId="1088"/>
            <ac:spMk id="365579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2:35:20.687" v="2215" actId="114"/>
          <ac:spMkLst>
            <pc:docMk/>
            <pc:sldMk cId="1187824810" sldId="1088"/>
            <ac:spMk id="365586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56:54.289" v="1891" actId="122"/>
          <ac:spMkLst>
            <pc:docMk/>
            <pc:sldMk cId="1187824810" sldId="1088"/>
            <ac:spMk id="365587" creationId="{00000000-0000-0000-0000-000000000000}"/>
          </ac:spMkLst>
        </pc:spChg>
      </pc:sldChg>
      <pc:sldChg chg="addSp delSp modSp add modAnim">
        <pc:chgData name="Petrucci, Vinicius Tavares" userId="0f008dc3-483e-4536-a03d-38dcd594c429" providerId="ADAL" clId="{A583B98C-F495-734A-A4FF-D986800A6477}" dt="2020-06-09T13:41:32.062" v="2265" actId="478"/>
        <pc:sldMkLst>
          <pc:docMk/>
          <pc:sldMk cId="2822319864" sldId="1089"/>
        </pc:sldMkLst>
        <pc:spChg chg="add del mod">
          <ac:chgData name="Petrucci, Vinicius Tavares" userId="0f008dc3-483e-4536-a03d-38dcd594c429" providerId="ADAL" clId="{A583B98C-F495-734A-A4FF-D986800A6477}" dt="2020-06-07T21:24:09.254" v="1360"/>
          <ac:spMkLst>
            <pc:docMk/>
            <pc:sldMk cId="2822319864" sldId="1089"/>
            <ac:spMk id="3" creationId="{7CED7AE4-B896-2040-8871-75242FB1F9F1}"/>
          </ac:spMkLst>
        </pc:spChg>
        <pc:spChg chg="add del mod">
          <ac:chgData name="Petrucci, Vinicius Tavares" userId="0f008dc3-483e-4536-a03d-38dcd594c429" providerId="ADAL" clId="{A583B98C-F495-734A-A4FF-D986800A6477}" dt="2020-06-07T21:24:12.472" v="1361" actId="478"/>
          <ac:spMkLst>
            <pc:docMk/>
            <pc:sldMk cId="2822319864" sldId="1089"/>
            <ac:spMk id="4" creationId="{8255F09B-C8FF-E043-B7A3-807E9B107E70}"/>
          </ac:spMkLst>
        </pc:spChg>
        <pc:spChg chg="mod">
          <ac:chgData name="Petrucci, Vinicius Tavares" userId="0f008dc3-483e-4536-a03d-38dcd594c429" providerId="ADAL" clId="{A583B98C-F495-734A-A4FF-D986800A6477}" dt="2020-06-07T21:31:08.938" v="1436" actId="1035"/>
          <ac:spMkLst>
            <pc:docMk/>
            <pc:sldMk cId="2822319864" sldId="1089"/>
            <ac:spMk id="18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28:21.167" v="1408" actId="113"/>
          <ac:spMkLst>
            <pc:docMk/>
            <pc:sldMk cId="2822319864" sldId="1089"/>
            <ac:spMk id="73" creationId="{00000000-0000-0000-0000-000000000000}"/>
          </ac:spMkLst>
        </pc:spChg>
        <pc:spChg chg="add del mod">
          <ac:chgData name="Petrucci, Vinicius Tavares" userId="0f008dc3-483e-4536-a03d-38dcd594c429" providerId="ADAL" clId="{A583B98C-F495-734A-A4FF-D986800A6477}" dt="2020-06-09T13:41:32.062" v="2265" actId="478"/>
          <ac:spMkLst>
            <pc:docMk/>
            <pc:sldMk cId="2822319864" sldId="1089"/>
            <ac:spMk id="74" creationId="{7B8142B0-5900-E042-8305-F7E52AF443C2}"/>
          </ac:spMkLst>
        </pc:spChg>
        <pc:spChg chg="mod">
          <ac:chgData name="Petrucci, Vinicius Tavares" userId="0f008dc3-483e-4536-a03d-38dcd594c429" providerId="ADAL" clId="{A583B98C-F495-734A-A4FF-D986800A6477}" dt="2020-06-07T21:31:08.938" v="1436" actId="1035"/>
          <ac:spMkLst>
            <pc:docMk/>
            <pc:sldMk cId="2822319864" sldId="1089"/>
            <ac:spMk id="86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31:08.938" v="1436" actId="1035"/>
          <ac:spMkLst>
            <pc:docMk/>
            <pc:sldMk cId="2822319864" sldId="1089"/>
            <ac:spMk id="87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31:48.168" v="1441" actId="208"/>
          <ac:spMkLst>
            <pc:docMk/>
            <pc:sldMk cId="2822319864" sldId="1089"/>
            <ac:spMk id="88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27:33.725" v="1402" actId="113"/>
          <ac:spMkLst>
            <pc:docMk/>
            <pc:sldMk cId="2822319864" sldId="1089"/>
            <ac:spMk id="89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27:19.455" v="1399" actId="164"/>
          <ac:spMkLst>
            <pc:docMk/>
            <pc:sldMk cId="2822319864" sldId="1089"/>
            <ac:spMk id="90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25:03.535" v="1374" actId="1076"/>
          <ac:spMkLst>
            <pc:docMk/>
            <pc:sldMk cId="2822319864" sldId="1089"/>
            <ac:spMk id="91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24:38.949" v="1367" actId="1076"/>
          <ac:spMkLst>
            <pc:docMk/>
            <pc:sldMk cId="2822319864" sldId="1089"/>
            <ac:spMk id="92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27:19.455" v="1399" actId="164"/>
          <ac:spMkLst>
            <pc:docMk/>
            <pc:sldMk cId="2822319864" sldId="1089"/>
            <ac:spMk id="93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31:41.696" v="1440" actId="207"/>
          <ac:spMkLst>
            <pc:docMk/>
            <pc:sldMk cId="2822319864" sldId="1089"/>
            <ac:spMk id="95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24:09.254" v="1360"/>
          <ac:spMkLst>
            <pc:docMk/>
            <pc:sldMk cId="2822319864" sldId="1089"/>
            <ac:spMk id="25602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31:08.938" v="1436" actId="1035"/>
          <ac:spMkLst>
            <pc:docMk/>
            <pc:sldMk cId="2822319864" sldId="1089"/>
            <ac:spMk id="360470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57:26.364" v="1895" actId="2711"/>
          <ac:spMkLst>
            <pc:docMk/>
            <pc:sldMk cId="2822319864" sldId="1089"/>
            <ac:spMk id="360479" creationId="{00000000-0000-0000-0000-000000000000}"/>
          </ac:spMkLst>
        </pc:spChg>
        <pc:grpChg chg="mod">
          <ac:chgData name="Petrucci, Vinicius Tavares" userId="0f008dc3-483e-4536-a03d-38dcd594c429" providerId="ADAL" clId="{A583B98C-F495-734A-A4FF-D986800A6477}" dt="2020-06-07T21:31:08.938" v="1436" actId="1035"/>
          <ac:grpSpMkLst>
            <pc:docMk/>
            <pc:sldMk cId="2822319864" sldId="1089"/>
            <ac:grpSpMk id="2" creationId="{00000000-0000-0000-0000-000000000000}"/>
          </ac:grpSpMkLst>
        </pc:grpChg>
        <pc:grpChg chg="add mod">
          <ac:chgData name="Petrucci, Vinicius Tavares" userId="0f008dc3-483e-4536-a03d-38dcd594c429" providerId="ADAL" clId="{A583B98C-F495-734A-A4FF-D986800A6477}" dt="2020-06-07T21:27:19.455" v="1399" actId="164"/>
          <ac:grpSpMkLst>
            <pc:docMk/>
            <pc:sldMk cId="2822319864" sldId="1089"/>
            <ac:grpSpMk id="5" creationId="{0CC92405-7453-1C43-88F0-5FF6E81E9B3E}"/>
          </ac:grpSpMkLst>
        </pc:grpChg>
        <pc:grpChg chg="mod">
          <ac:chgData name="Petrucci, Vinicius Tavares" userId="0f008dc3-483e-4536-a03d-38dcd594c429" providerId="ADAL" clId="{A583B98C-F495-734A-A4FF-D986800A6477}" dt="2020-06-07T21:31:08.938" v="1436" actId="1035"/>
          <ac:grpSpMkLst>
            <pc:docMk/>
            <pc:sldMk cId="2822319864" sldId="1089"/>
            <ac:grpSpMk id="32" creationId="{00000000-0000-0000-0000-000000000000}"/>
          </ac:grpSpMkLst>
        </pc:grpChg>
        <pc:grpChg chg="mod">
          <ac:chgData name="Petrucci, Vinicius Tavares" userId="0f008dc3-483e-4536-a03d-38dcd594c429" providerId="ADAL" clId="{A583B98C-F495-734A-A4FF-D986800A6477}" dt="2020-06-07T21:31:08.938" v="1436" actId="1035"/>
          <ac:grpSpMkLst>
            <pc:docMk/>
            <pc:sldMk cId="2822319864" sldId="1089"/>
            <ac:grpSpMk id="43" creationId="{00000000-0000-0000-0000-000000000000}"/>
          </ac:grpSpMkLst>
        </pc:grpChg>
        <pc:grpChg chg="mod">
          <ac:chgData name="Petrucci, Vinicius Tavares" userId="0f008dc3-483e-4536-a03d-38dcd594c429" providerId="ADAL" clId="{A583B98C-F495-734A-A4FF-D986800A6477}" dt="2020-06-07T21:31:08.938" v="1436" actId="1035"/>
          <ac:grpSpMkLst>
            <pc:docMk/>
            <pc:sldMk cId="2822319864" sldId="1089"/>
            <ac:grpSpMk id="48" creationId="{00000000-0000-0000-0000-000000000000}"/>
          </ac:grpSpMkLst>
        </pc:grpChg>
        <pc:grpChg chg="mod">
          <ac:chgData name="Petrucci, Vinicius Tavares" userId="0f008dc3-483e-4536-a03d-38dcd594c429" providerId="ADAL" clId="{A583B98C-F495-734A-A4FF-D986800A6477}" dt="2020-06-07T21:31:08.938" v="1436" actId="1035"/>
          <ac:grpSpMkLst>
            <pc:docMk/>
            <pc:sldMk cId="2822319864" sldId="1089"/>
            <ac:grpSpMk id="53" creationId="{00000000-0000-0000-0000-000000000000}"/>
          </ac:grpSpMkLst>
        </pc:grpChg>
        <pc:grpChg chg="mod">
          <ac:chgData name="Petrucci, Vinicius Tavares" userId="0f008dc3-483e-4536-a03d-38dcd594c429" providerId="ADAL" clId="{A583B98C-F495-734A-A4FF-D986800A6477}" dt="2020-06-07T21:31:08.938" v="1436" actId="1035"/>
          <ac:grpSpMkLst>
            <pc:docMk/>
            <pc:sldMk cId="2822319864" sldId="1089"/>
            <ac:grpSpMk id="58" creationId="{00000000-0000-0000-0000-000000000000}"/>
          </ac:grpSpMkLst>
        </pc:grpChg>
        <pc:grpChg chg="mod">
          <ac:chgData name="Petrucci, Vinicius Tavares" userId="0f008dc3-483e-4536-a03d-38dcd594c429" providerId="ADAL" clId="{A583B98C-F495-734A-A4FF-D986800A6477}" dt="2020-06-07T21:31:08.938" v="1436" actId="1035"/>
          <ac:grpSpMkLst>
            <pc:docMk/>
            <pc:sldMk cId="2822319864" sldId="1089"/>
            <ac:grpSpMk id="63" creationId="{00000000-0000-0000-0000-000000000000}"/>
          </ac:grpSpMkLst>
        </pc:grpChg>
        <pc:grpChg chg="mod">
          <ac:chgData name="Petrucci, Vinicius Tavares" userId="0f008dc3-483e-4536-a03d-38dcd594c429" providerId="ADAL" clId="{A583B98C-F495-734A-A4FF-D986800A6477}" dt="2020-06-07T21:31:08.938" v="1436" actId="1035"/>
          <ac:grpSpMkLst>
            <pc:docMk/>
            <pc:sldMk cId="2822319864" sldId="1089"/>
            <ac:grpSpMk id="68" creationId="{00000000-0000-0000-0000-000000000000}"/>
          </ac:grpSpMkLst>
        </pc:grpChg>
        <pc:grpChg chg="mod">
          <ac:chgData name="Petrucci, Vinicius Tavares" userId="0f008dc3-483e-4536-a03d-38dcd594c429" providerId="ADAL" clId="{A583B98C-F495-734A-A4FF-D986800A6477}" dt="2020-06-07T21:31:08.938" v="1436" actId="1035"/>
          <ac:grpSpMkLst>
            <pc:docMk/>
            <pc:sldMk cId="2822319864" sldId="1089"/>
            <ac:grpSpMk id="97" creationId="{00000000-0000-0000-0000-000000000000}"/>
          </ac:grpSpMkLst>
        </pc:grpChg>
        <pc:grpChg chg="mod">
          <ac:chgData name="Petrucci, Vinicius Tavares" userId="0f008dc3-483e-4536-a03d-38dcd594c429" providerId="ADAL" clId="{A583B98C-F495-734A-A4FF-D986800A6477}" dt="2020-06-07T21:31:08.938" v="1436" actId="1035"/>
          <ac:grpSpMkLst>
            <pc:docMk/>
            <pc:sldMk cId="2822319864" sldId="1089"/>
            <ac:grpSpMk id="102" creationId="{00000000-0000-0000-0000-000000000000}"/>
          </ac:grpSpMkLst>
        </pc:grpChg>
      </pc:sldChg>
      <pc:sldChg chg="modSp add del">
        <pc:chgData name="Petrucci, Vinicius Tavares" userId="0f008dc3-483e-4536-a03d-38dcd594c429" providerId="ADAL" clId="{A583B98C-F495-734A-A4FF-D986800A6477}" dt="2020-06-07T21:30:58.787" v="1433" actId="2696"/>
        <pc:sldMkLst>
          <pc:docMk/>
          <pc:sldMk cId="4291194363" sldId="1090"/>
        </pc:sldMkLst>
        <pc:spChg chg="mod">
          <ac:chgData name="Petrucci, Vinicius Tavares" userId="0f008dc3-483e-4536-a03d-38dcd594c429" providerId="ADAL" clId="{A583B98C-F495-734A-A4FF-D986800A6477}" dt="2020-06-07T21:30:33.612" v="1432" actId="20577"/>
          <ac:spMkLst>
            <pc:docMk/>
            <pc:sldMk cId="4291194363" sldId="1090"/>
            <ac:spMk id="25602" creationId="{00000000-0000-0000-0000-000000000000}"/>
          </ac:spMkLst>
        </pc:spChg>
      </pc:sldChg>
      <pc:sldChg chg="addSp delSp modSp add modAnim">
        <pc:chgData name="Petrucci, Vinicius Tavares" userId="0f008dc3-483e-4536-a03d-38dcd594c429" providerId="ADAL" clId="{A583B98C-F495-734A-A4FF-D986800A6477}" dt="2020-06-09T13:41:53.246" v="2273" actId="1076"/>
        <pc:sldMkLst>
          <pc:docMk/>
          <pc:sldMk cId="3711209851" sldId="1092"/>
        </pc:sldMkLst>
        <pc:spChg chg="add del mod">
          <ac:chgData name="Petrucci, Vinicius Tavares" userId="0f008dc3-483e-4536-a03d-38dcd594c429" providerId="ADAL" clId="{A583B98C-F495-734A-A4FF-D986800A6477}" dt="2020-06-07T21:34:36.756" v="1460"/>
          <ac:spMkLst>
            <pc:docMk/>
            <pc:sldMk cId="3711209851" sldId="1092"/>
            <ac:spMk id="2" creationId="{41F06FDF-9905-E640-AAE3-90A61724B9D1}"/>
          </ac:spMkLst>
        </pc:spChg>
        <pc:spChg chg="add del mod">
          <ac:chgData name="Petrucci, Vinicius Tavares" userId="0f008dc3-483e-4536-a03d-38dcd594c429" providerId="ADAL" clId="{A583B98C-F495-734A-A4FF-D986800A6477}" dt="2020-06-07T21:34:36.756" v="1460"/>
          <ac:spMkLst>
            <pc:docMk/>
            <pc:sldMk cId="3711209851" sldId="1092"/>
            <ac:spMk id="3" creationId="{45A02D11-A993-8340-A36D-71C469A24E33}"/>
          </ac:spMkLst>
        </pc:spChg>
        <pc:spChg chg="mod">
          <ac:chgData name="Petrucci, Vinicius Tavares" userId="0f008dc3-483e-4536-a03d-38dcd594c429" providerId="ADAL" clId="{A583B98C-F495-734A-A4FF-D986800A6477}" dt="2020-06-07T21:39:50.864" v="1558" actId="1035"/>
          <ac:spMkLst>
            <pc:docMk/>
            <pc:sldMk cId="3711209851" sldId="1092"/>
            <ac:spMk id="4" creationId="{CAF77DC1-03B5-B643-812F-9AE25B9834F0}"/>
          </ac:spMkLst>
        </pc:spChg>
        <pc:spChg chg="add del mod">
          <ac:chgData name="Petrucci, Vinicius Tavares" userId="0f008dc3-483e-4536-a03d-38dcd594c429" providerId="ADAL" clId="{A583B98C-F495-734A-A4FF-D986800A6477}" dt="2020-06-07T21:38:34.747" v="1525" actId="478"/>
          <ac:spMkLst>
            <pc:docMk/>
            <pc:sldMk cId="3711209851" sldId="1092"/>
            <ac:spMk id="9" creationId="{E961C38D-7F44-8347-BF0A-6559510D6B5B}"/>
          </ac:spMkLst>
        </pc:spChg>
        <pc:spChg chg="add mod">
          <ac:chgData name="Petrucci, Vinicius Tavares" userId="0f008dc3-483e-4536-a03d-38dcd594c429" providerId="ADAL" clId="{A583B98C-F495-734A-A4FF-D986800A6477}" dt="2020-06-07T21:58:20.010" v="1907" actId="1035"/>
          <ac:spMkLst>
            <pc:docMk/>
            <pc:sldMk cId="3711209851" sldId="1092"/>
            <ac:spMk id="10" creationId="{7E0373F6-14A3-5841-AE3C-28F6CE95BD29}"/>
          </ac:spMkLst>
        </pc:spChg>
        <pc:spChg chg="add mod">
          <ac:chgData name="Petrucci, Vinicius Tavares" userId="0f008dc3-483e-4536-a03d-38dcd594c429" providerId="ADAL" clId="{A583B98C-F495-734A-A4FF-D986800A6477}" dt="2020-06-09T13:41:37.944" v="2267"/>
          <ac:spMkLst>
            <pc:docMk/>
            <pc:sldMk cId="3711209851" sldId="1092"/>
            <ac:spMk id="11" creationId="{3366B08D-D20F-9841-9970-6ADE748152A3}"/>
          </ac:spMkLst>
        </pc:spChg>
        <pc:spChg chg="del mod">
          <ac:chgData name="Petrucci, Vinicius Tavares" userId="0f008dc3-483e-4536-a03d-38dcd594c429" providerId="ADAL" clId="{A583B98C-F495-734A-A4FF-D986800A6477}" dt="2020-06-07T21:38:34.747" v="1525" actId="478"/>
          <ac:spMkLst>
            <pc:docMk/>
            <pc:sldMk cId="3711209851" sldId="1092"/>
            <ac:spMk id="73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41:20.888" v="1607" actId="1076"/>
          <ac:spMkLst>
            <pc:docMk/>
            <pc:sldMk cId="3711209851" sldId="1092"/>
            <ac:spMk id="88" creationId="{E52DE286-16D4-9D44-8EAC-9FC4D7DAD8E6}"/>
          </ac:spMkLst>
        </pc:spChg>
        <pc:spChg chg="mod">
          <ac:chgData name="Petrucci, Vinicius Tavares" userId="0f008dc3-483e-4536-a03d-38dcd594c429" providerId="ADAL" clId="{A583B98C-F495-734A-A4FF-D986800A6477}" dt="2020-06-09T13:41:53.246" v="2273" actId="1076"/>
          <ac:spMkLst>
            <pc:docMk/>
            <pc:sldMk cId="3711209851" sldId="1092"/>
            <ac:spMk id="93" creationId="{00000000-0000-0000-0000-000000000000}"/>
          </ac:spMkLst>
        </pc:spChg>
        <pc:spChg chg="mod">
          <ac:chgData name="Petrucci, Vinicius Tavares" userId="0f008dc3-483e-4536-a03d-38dcd594c429" providerId="ADAL" clId="{A583B98C-F495-734A-A4FF-D986800A6477}" dt="2020-06-07T21:34:36.756" v="1460"/>
          <ac:spMkLst>
            <pc:docMk/>
            <pc:sldMk cId="3711209851" sldId="1092"/>
            <ac:spMk id="25602" creationId="{00000000-0000-0000-0000-000000000000}"/>
          </ac:spMkLst>
        </pc:spChg>
      </pc:sldChg>
      <pc:sldChg chg="new del">
        <pc:chgData name="Petrucci, Vinicius Tavares" userId="0f008dc3-483e-4536-a03d-38dcd594c429" providerId="ADAL" clId="{A583B98C-F495-734A-A4FF-D986800A6477}" dt="2020-06-07T22:24:59.754" v="1994" actId="2696"/>
        <pc:sldMkLst>
          <pc:docMk/>
          <pc:sldMk cId="1921207513" sldId="1093"/>
        </pc:sldMkLst>
      </pc:sldChg>
    </pc:docChg>
  </pc:docChgLst>
  <pc:docChgLst>
    <pc:chgData name="Petrucci, Vinicius Tavares" userId="0f008dc3-483e-4536-a03d-38dcd594c429" providerId="ADAL" clId="{9F4D08A8-48F6-C64B-9CF0-1FA00994FC3A}"/>
    <pc:docChg chg="custSel modSld">
      <pc:chgData name="Petrucci, Vinicius Tavares" userId="0f008dc3-483e-4536-a03d-38dcd594c429" providerId="ADAL" clId="{9F4D08A8-48F6-C64B-9CF0-1FA00994FC3A}" dt="2020-08-20T16:58:35.171" v="3"/>
      <pc:docMkLst>
        <pc:docMk/>
      </pc:docMkLst>
      <pc:sldChg chg="addSp delSp modSp mod">
        <pc:chgData name="Petrucci, Vinicius Tavares" userId="0f008dc3-483e-4536-a03d-38dcd594c429" providerId="ADAL" clId="{9F4D08A8-48F6-C64B-9CF0-1FA00994FC3A}" dt="2020-08-20T16:58:35.171" v="3"/>
        <pc:sldMkLst>
          <pc:docMk/>
          <pc:sldMk cId="0" sldId="256"/>
        </pc:sldMkLst>
        <pc:spChg chg="del">
          <ac:chgData name="Petrucci, Vinicius Tavares" userId="0f008dc3-483e-4536-a03d-38dcd594c429" providerId="ADAL" clId="{9F4D08A8-48F6-C64B-9CF0-1FA00994FC3A}" dt="2020-08-20T15:26:03.441" v="0" actId="478"/>
          <ac:spMkLst>
            <pc:docMk/>
            <pc:sldMk cId="0" sldId="256"/>
            <ac:spMk id="6" creationId="{8CA823D3-E59C-F144-A567-AAFBFE84FE89}"/>
          </ac:spMkLst>
        </pc:spChg>
        <pc:spChg chg="add del mod">
          <ac:chgData name="Petrucci, Vinicius Tavares" userId="0f008dc3-483e-4536-a03d-38dcd594c429" providerId="ADAL" clId="{9F4D08A8-48F6-C64B-9CF0-1FA00994FC3A}" dt="2020-08-20T16:58:34.767" v="2" actId="478"/>
          <ac:spMkLst>
            <pc:docMk/>
            <pc:sldMk cId="0" sldId="256"/>
            <ac:spMk id="7" creationId="{7DD15074-A597-6B4C-883A-95DB0CAEE1C4}"/>
          </ac:spMkLst>
        </pc:spChg>
        <pc:spChg chg="add mod">
          <ac:chgData name="Petrucci, Vinicius Tavares" userId="0f008dc3-483e-4536-a03d-38dcd594c429" providerId="ADAL" clId="{9F4D08A8-48F6-C64B-9CF0-1FA00994FC3A}" dt="2020-08-20T16:58:35.171" v="3"/>
          <ac:spMkLst>
            <pc:docMk/>
            <pc:sldMk cId="0" sldId="256"/>
            <ac:spMk id="8" creationId="{CBB0B592-531A-5E45-872E-BA96BC361540}"/>
          </ac:spMkLst>
        </pc:spChg>
      </pc:sldChg>
    </pc:docChg>
  </pc:docChgLst>
  <pc:docChgLst>
    <pc:chgData name="Petrucci, Vinicius Tavares" userId="0f008dc3-483e-4536-a03d-38dcd594c429" providerId="ADAL" clId="{8BE398CC-6EF2-1B4B-9B6C-6D8FD24B5AC5}"/>
    <pc:docChg chg="modSld">
      <pc:chgData name="Petrucci, Vinicius Tavares" userId="0f008dc3-483e-4536-a03d-38dcd594c429" providerId="ADAL" clId="{8BE398CC-6EF2-1B4B-9B6C-6D8FD24B5AC5}" dt="2020-10-12T16:52:39.001" v="9" actId="1076"/>
      <pc:docMkLst>
        <pc:docMk/>
      </pc:docMkLst>
      <pc:sldChg chg="addSp modSp mod">
        <pc:chgData name="Petrucci, Vinicius Tavares" userId="0f008dc3-483e-4536-a03d-38dcd594c429" providerId="ADAL" clId="{8BE398CC-6EF2-1B4B-9B6C-6D8FD24B5AC5}" dt="2020-10-12T16:52:39.001" v="9" actId="1076"/>
        <pc:sldMkLst>
          <pc:docMk/>
          <pc:sldMk cId="0" sldId="256"/>
        </pc:sldMkLst>
        <pc:spChg chg="mod">
          <ac:chgData name="Petrucci, Vinicius Tavares" userId="0f008dc3-483e-4536-a03d-38dcd594c429" providerId="ADAL" clId="{8BE398CC-6EF2-1B4B-9B6C-6D8FD24B5AC5}" dt="2020-10-12T16:52:35.402" v="7" actId="1076"/>
          <ac:spMkLst>
            <pc:docMk/>
            <pc:sldMk cId="0" sldId="256"/>
            <ac:spMk id="2" creationId="{B513B80A-0871-1643-8C59-4D4B3BF1AD5B}"/>
          </ac:spMkLst>
        </pc:spChg>
        <pc:picChg chg="add mod">
          <ac:chgData name="Petrucci, Vinicius Tavares" userId="0f008dc3-483e-4536-a03d-38dcd594c429" providerId="ADAL" clId="{8BE398CC-6EF2-1B4B-9B6C-6D8FD24B5AC5}" dt="2020-10-12T16:52:39.001" v="9" actId="1076"/>
          <ac:picMkLst>
            <pc:docMk/>
            <pc:sldMk cId="0" sldId="256"/>
            <ac:picMk id="3" creationId="{BB10E2B1-303B-8648-8954-C91F0CF4F319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9C31877E-FD8B-CE4E-8A58-A8025704743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073" tIns="48036" rIns="96073" bIns="48036" numCol="1" anchor="t" anchorCtr="0" compatLnSpc="1">
            <a:prstTxWarp prst="textNoShape">
              <a:avLst/>
            </a:prstTxWarp>
          </a:bodyPr>
          <a:lstStyle>
            <a:lvl1pPr defTabSz="958658">
              <a:defRPr sz="13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8B6FC800-21B2-F64F-AADC-ABF0E02E74F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073" tIns="48036" rIns="96073" bIns="48036" numCol="1" anchor="t" anchorCtr="0" compatLnSpc="1">
            <a:prstTxWarp prst="textNoShape">
              <a:avLst/>
            </a:prstTxWarp>
          </a:bodyPr>
          <a:lstStyle>
            <a:lvl1pPr algn="r" defTabSz="958658">
              <a:defRPr sz="13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6868" name="Rectangle 4">
            <a:extLst>
              <a:ext uri="{FF2B5EF4-FFF2-40B4-BE49-F238E27FC236}">
                <a16:creationId xmlns:a16="http://schemas.microsoft.com/office/drawing/2014/main" id="{92171AF3-E4E0-6546-8345-10891B9E1FB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1860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073" tIns="48036" rIns="96073" bIns="48036" numCol="1" anchor="b" anchorCtr="0" compatLnSpc="1">
            <a:prstTxWarp prst="textNoShape">
              <a:avLst/>
            </a:prstTxWarp>
          </a:bodyPr>
          <a:lstStyle>
            <a:lvl1pPr defTabSz="958658">
              <a:defRPr sz="13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6869" name="Rectangle 5">
            <a:extLst>
              <a:ext uri="{FF2B5EF4-FFF2-40B4-BE49-F238E27FC236}">
                <a16:creationId xmlns:a16="http://schemas.microsoft.com/office/drawing/2014/main" id="{16B5B549-4998-0A42-863F-01870A2D31C5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1860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073" tIns="48036" rIns="96073" bIns="48036" numCol="1" anchor="b" anchorCtr="0" compatLnSpc="1">
            <a:prstTxWarp prst="textNoShape">
              <a:avLst/>
            </a:prstTxWarp>
          </a:bodyPr>
          <a:lstStyle>
            <a:lvl1pPr algn="r" defTabSz="957263">
              <a:defRPr sz="1300"/>
            </a:lvl1pPr>
          </a:lstStyle>
          <a:p>
            <a:fld id="{45C1B625-0D4B-E348-84B0-CA8905A96DC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D0188571-BD6E-CC48-AACF-2CFEC9717F0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073" tIns="48036" rIns="96073" bIns="48036" numCol="1" anchor="t" anchorCtr="0" compatLnSpc="1">
            <a:prstTxWarp prst="textNoShape">
              <a:avLst/>
            </a:prstTxWarp>
          </a:bodyPr>
          <a:lstStyle>
            <a:lvl1pPr defTabSz="958658">
              <a:defRPr sz="13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C43D6FC7-6421-E34F-807B-0E429C6D6CF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073" tIns="48036" rIns="96073" bIns="48036" numCol="1" anchor="t" anchorCtr="0" compatLnSpc="1">
            <a:prstTxWarp prst="textNoShape">
              <a:avLst/>
            </a:prstTxWarp>
          </a:bodyPr>
          <a:lstStyle>
            <a:lvl1pPr algn="r" defTabSz="958658">
              <a:defRPr sz="13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8916" name="Rectangle 4">
            <a:extLst>
              <a:ext uri="{FF2B5EF4-FFF2-40B4-BE49-F238E27FC236}">
                <a16:creationId xmlns:a16="http://schemas.microsoft.com/office/drawing/2014/main" id="{59374828-ABEC-0041-B4BD-8CCBC86E586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57200" y="719138"/>
            <a:ext cx="6399213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DB753FD0-2DE5-DC4C-875F-03461D62A92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4163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073" tIns="48036" rIns="96073" bIns="4803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4B507F87-2EEF-424D-84B3-F2ED123A130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1860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073" tIns="48036" rIns="96073" bIns="48036" numCol="1" anchor="b" anchorCtr="0" compatLnSpc="1">
            <a:prstTxWarp prst="textNoShape">
              <a:avLst/>
            </a:prstTxWarp>
          </a:bodyPr>
          <a:lstStyle>
            <a:lvl1pPr defTabSz="958658">
              <a:defRPr sz="13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7D5D5430-8D39-5B43-937C-E2466F09F3B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1860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073" tIns="48036" rIns="96073" bIns="48036" numCol="1" anchor="b" anchorCtr="0" compatLnSpc="1">
            <a:prstTxWarp prst="textNoShape">
              <a:avLst/>
            </a:prstTxWarp>
          </a:bodyPr>
          <a:lstStyle>
            <a:lvl1pPr algn="r" defTabSz="957263">
              <a:defRPr sz="1300"/>
            </a:lvl1pPr>
          </a:lstStyle>
          <a:p>
            <a:fld id="{67666598-5D44-B94E-8CC4-D7145E20976E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>
            <a:extLst>
              <a:ext uri="{FF2B5EF4-FFF2-40B4-BE49-F238E27FC236}">
                <a16:creationId xmlns:a16="http://schemas.microsoft.com/office/drawing/2014/main" id="{62A590A6-84DC-4F40-8081-344B48148E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572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572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572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5726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2FA999EB-A268-8944-A42D-E924D56876B7}" type="slidenum">
              <a:rPr lang="en-US" altLang="en-US" sz="1300"/>
              <a:pPr/>
              <a:t>1</a:t>
            </a:fld>
            <a:endParaRPr lang="en-US" altLang="en-US" sz="1300"/>
          </a:p>
        </p:txBody>
      </p:sp>
      <p:sp>
        <p:nvSpPr>
          <p:cNvPr id="41986" name="Rectangle 2">
            <a:extLst>
              <a:ext uri="{FF2B5EF4-FFF2-40B4-BE49-F238E27FC236}">
                <a16:creationId xmlns:a16="http://schemas.microsoft.com/office/drawing/2014/main" id="{6B82B811-13EE-3C44-AD67-61F469CC54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19138"/>
            <a:ext cx="6399213" cy="3600450"/>
          </a:xfrm>
          <a:ln/>
        </p:spPr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FE72D187-B614-C346-931E-39894A7363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19138"/>
            <a:ext cx="6399213" cy="3600450"/>
          </a:xfrm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5343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19138"/>
            <a:ext cx="6399213" cy="3600450"/>
          </a:xfrm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7624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err="1"/>
              <a:t>big_array</a:t>
            </a:r>
            <a:r>
              <a:rPr lang="en-US" dirty="0"/>
              <a:t>, </a:t>
            </a:r>
            <a:r>
              <a:rPr lang="en-US" dirty="0" err="1"/>
              <a:t>huge_array</a:t>
            </a:r>
            <a:r>
              <a:rPr lang="en-US" dirty="0"/>
              <a:t>, global:  </a:t>
            </a:r>
            <a:r>
              <a:rPr lang="en-US" b="1" dirty="0"/>
              <a:t>data </a:t>
            </a:r>
          </a:p>
          <a:p>
            <a:r>
              <a:rPr lang="en-US" b="0" dirty="0"/>
              <a:t>int local, </a:t>
            </a:r>
          </a:p>
        </p:txBody>
      </p:sp>
    </p:spTree>
    <p:extLst>
      <p:ext uri="{BB962C8B-B14F-4D97-AF65-F5344CB8AC3E}">
        <p14:creationId xmlns:p14="http://schemas.microsoft.com/office/powerpoint/2010/main" val="21435316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err="1"/>
              <a:t>big_array</a:t>
            </a:r>
            <a:r>
              <a:rPr lang="en-US" dirty="0"/>
              <a:t>, </a:t>
            </a:r>
            <a:r>
              <a:rPr lang="en-US" dirty="0" err="1"/>
              <a:t>huge_array</a:t>
            </a:r>
            <a:r>
              <a:rPr lang="en-US" dirty="0"/>
              <a:t>, global:  </a:t>
            </a:r>
            <a:r>
              <a:rPr lang="en-US" b="1" dirty="0"/>
              <a:t>data </a:t>
            </a:r>
          </a:p>
          <a:p>
            <a:r>
              <a:rPr lang="en-US" b="0" dirty="0"/>
              <a:t>Useless, main: instructions</a:t>
            </a:r>
          </a:p>
          <a:p>
            <a:r>
              <a:rPr lang="en-US" b="0" dirty="0"/>
              <a:t>P1, p2, p3, p4, local: stack (or registers)</a:t>
            </a:r>
          </a:p>
          <a:p>
            <a:r>
              <a:rPr lang="en-US" b="0" dirty="0" err="1"/>
              <a:t>Malloc’d</a:t>
            </a:r>
            <a:r>
              <a:rPr lang="en-US" b="0" dirty="0"/>
              <a:t> data: on the heap (p[1..4] are pointers, </a:t>
            </a:r>
            <a:r>
              <a:rPr lang="en-US" b="1" dirty="0"/>
              <a:t>on the stack</a:t>
            </a:r>
            <a:r>
              <a:rPr lang="en-US" b="0" dirty="0"/>
              <a:t>, to the data on the heap)</a:t>
            </a:r>
          </a:p>
        </p:txBody>
      </p:sp>
    </p:spTree>
    <p:extLst>
      <p:ext uri="{BB962C8B-B14F-4D97-AF65-F5344CB8AC3E}">
        <p14:creationId xmlns:p14="http://schemas.microsoft.com/office/powerpoint/2010/main" val="14598884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pointer %</a:t>
            </a:r>
            <a:r>
              <a:rPr lang="en-US" dirty="0" err="1"/>
              <a:t>rbp</a:t>
            </a:r>
            <a:r>
              <a:rPr lang="en-US" dirty="0"/>
              <a:t> points to the bottom of the current function’s stack (not always used – was more important back in the days when assembly was hand-written)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6906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19138"/>
            <a:ext cx="6399213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8AD92D-85DC-42ED-A1F9-C1217E42EA98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6794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19138"/>
            <a:ext cx="6399213" cy="3600450"/>
          </a:xfrm>
          <a:ln/>
        </p:spPr>
      </p:sp>
      <p:sp>
        <p:nvSpPr>
          <p:cNvPr id="403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en.wikipedia.org</a:t>
            </a:r>
            <a:r>
              <a:rPr lang="en-US" dirty="0"/>
              <a:t>/wiki/</a:t>
            </a:r>
            <a:r>
              <a:rPr lang="en-US" dirty="0" err="1"/>
              <a:t>Morris_worm</a:t>
            </a:r>
            <a:endParaRPr lang="en-US" dirty="0"/>
          </a:p>
          <a:p>
            <a:r>
              <a:rPr lang="en-US" dirty="0"/>
              <a:t>Stack grows backwards: meaning you can write too much data onto the top of the stack, and begin overwriting stuff that was already there!</a:t>
            </a:r>
          </a:p>
        </p:txBody>
      </p:sp>
    </p:spTree>
    <p:extLst>
      <p:ext uri="{BB962C8B-B14F-4D97-AF65-F5344CB8AC3E}">
        <p14:creationId xmlns:p14="http://schemas.microsoft.com/office/powerpoint/2010/main" val="39104174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19138"/>
            <a:ext cx="6399213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6758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19138"/>
            <a:ext cx="6399213" cy="3600450"/>
          </a:xfrm>
          <a:ln/>
        </p:spPr>
      </p:sp>
      <p:sp>
        <p:nvSpPr>
          <p:cNvPr id="405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1181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19138"/>
            <a:ext cx="6399213" cy="3600450"/>
          </a:xfrm>
          <a:ln/>
        </p:spPr>
      </p:sp>
      <p:sp>
        <p:nvSpPr>
          <p:cNvPr id="405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man page for gets(3) now says “BUGS: Never use gets().”</a:t>
            </a:r>
          </a:p>
          <a:p>
            <a:r>
              <a:rPr lang="en-US" dirty="0"/>
              <a:t>The stop condition just looks for special character</a:t>
            </a:r>
          </a:p>
        </p:txBody>
      </p:sp>
    </p:spTree>
    <p:extLst>
      <p:ext uri="{BB962C8B-B14F-4D97-AF65-F5344CB8AC3E}">
        <p14:creationId xmlns:p14="http://schemas.microsoft.com/office/powerpoint/2010/main" val="12381183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19138"/>
            <a:ext cx="6399213" cy="3600450"/>
          </a:xfrm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b="0" dirty="0"/>
              <a:t>If</a:t>
            </a:r>
            <a:r>
              <a:rPr lang="en-US" b="0" baseline="0" dirty="0"/>
              <a:t> we overrun the buffer, it’s fine for a while...</a:t>
            </a:r>
          </a:p>
          <a:p>
            <a:r>
              <a:rPr lang="en-US" b="0" baseline="0" dirty="0"/>
              <a:t>But then we add one more character, and it seg-faults!</a:t>
            </a:r>
          </a:p>
          <a:p>
            <a:r>
              <a:rPr lang="en-US" b="0" baseline="0" dirty="0"/>
              <a:t>Show on Attu if time (1-9, 0-9, 0123 </a:t>
            </a:r>
            <a:r>
              <a:rPr lang="en-US" b="1" baseline="0" dirty="0"/>
              <a:t>4</a:t>
            </a:r>
            <a:r>
              <a:rPr lang="en-US" b="0" baseline="0" dirty="0"/>
              <a:t> causes </a:t>
            </a:r>
            <a:r>
              <a:rPr lang="en-US" b="0" baseline="0" dirty="0" err="1"/>
              <a:t>segfault</a:t>
            </a:r>
            <a:r>
              <a:rPr lang="en-US" b="0" baseline="0" dirty="0"/>
              <a:t>)</a:t>
            </a:r>
          </a:p>
          <a:p>
            <a:r>
              <a:rPr lang="en-US" b="0" baseline="0" dirty="0"/>
              <a:t>Why? (let’s see...)</a:t>
            </a:r>
          </a:p>
          <a:p>
            <a:r>
              <a:rPr lang="en-US" b="0" baseline="0" dirty="0"/>
              <a:t>Label: input buffer, gets() reads input, puts() writes output</a:t>
            </a:r>
          </a:p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4724502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19138"/>
            <a:ext cx="6399213" cy="3600450"/>
          </a:xfrm>
          <a:ln/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@plt means grab from “procedure linkage table” (specific to dynamic linking and loading)</a:t>
            </a:r>
          </a:p>
          <a:p>
            <a:r>
              <a:rPr lang="en-US" dirty="0"/>
              <a:t>0x18 = 24 in decimal</a:t>
            </a:r>
          </a:p>
          <a:p>
            <a:r>
              <a:rPr lang="en-US" dirty="0"/>
              <a:t>Call pushes the return address onto the stack</a:t>
            </a:r>
          </a:p>
          <a:p>
            <a:r>
              <a:rPr lang="en-US" dirty="0" err="1"/>
              <a:t>Printf</a:t>
            </a:r>
            <a:r>
              <a:rPr lang="en-US" dirty="0"/>
              <a:t> call for writing “enter string”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197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19138"/>
            <a:ext cx="6399213" cy="3600450"/>
          </a:xfrm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935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19138"/>
            <a:ext cx="6399213" cy="3600450"/>
          </a:xfrm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1658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19138"/>
            <a:ext cx="6399213" cy="3600450"/>
          </a:xfrm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4339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19138"/>
            <a:ext cx="6399213" cy="3600450"/>
          </a:xfrm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7253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err="1"/>
              <a:t>deregister_tm_clones</a:t>
            </a:r>
            <a:r>
              <a:rPr lang="en-US" dirty="0"/>
              <a:t> deals with transactional memory, which is intended to make programming with threads simpler (parallelism</a:t>
            </a:r>
            <a:r>
              <a:rPr lang="en-US" baseline="0" dirty="0"/>
              <a:t> and synchronization – </a:t>
            </a:r>
            <a:r>
              <a:rPr lang="en-US" dirty="0" err="1"/>
              <a:t>waaaaaay</a:t>
            </a:r>
            <a:r>
              <a:rPr lang="en-US" baseline="0" dirty="0"/>
              <a:t> beyond the scope of this course).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8189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Overwrite A with a stack address</a:t>
            </a:r>
          </a:p>
          <a:p>
            <a:r>
              <a:rPr lang="en-US" dirty="0"/>
              <a:t>Encode malicious code into the buffer</a:t>
            </a:r>
          </a:p>
          <a:p>
            <a:r>
              <a:rPr lang="en-US" dirty="0"/>
              <a:t>Return to your code, which can execute a program like bash</a:t>
            </a:r>
          </a:p>
          <a:p>
            <a:pPr lvl="1"/>
            <a:r>
              <a:rPr lang="en-US" dirty="0"/>
              <a:t>You now have whatever permissions the vulnerable program had!</a:t>
            </a:r>
          </a:p>
        </p:txBody>
      </p:sp>
    </p:spTree>
    <p:extLst>
      <p:ext uri="{BB962C8B-B14F-4D97-AF65-F5344CB8AC3E}">
        <p14:creationId xmlns:p14="http://schemas.microsoft.com/office/powerpoint/2010/main" val="22569465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19138"/>
            <a:ext cx="6399213" cy="3600450"/>
          </a:xfrm>
          <a:ln/>
        </p:spPr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30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19138"/>
            <a:ext cx="6399213" cy="3600450"/>
          </a:xfrm>
          <a:ln/>
        </p:spPr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TCP:  transmission control protocol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Roboto" charset="0"/>
                <a:ea typeface="Roboto" charset="0"/>
                <a:cs typeface="Roboto" charset="0"/>
              </a:rPr>
              <a:t>Finger: matches an e-mail address with the person who owns it and provides information about that person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Roboto" charset="0"/>
                <a:ea typeface="Roboto" charset="0"/>
              </a:rPr>
              <a:t>If you gave old versions of the finger protocol some clever input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3418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19138"/>
            <a:ext cx="6399213" cy="3600450"/>
          </a:xfrm>
          <a:ln/>
        </p:spPr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0343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19138"/>
            <a:ext cx="6399213" cy="3600450"/>
          </a:xfrm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65089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19138"/>
            <a:ext cx="6399213" cy="3600450"/>
          </a:xfrm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76366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19138"/>
            <a:ext cx="6399213" cy="3600450"/>
          </a:xfrm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70754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19138"/>
            <a:ext cx="6399213" cy="3600450"/>
          </a:xfrm>
          <a:ln/>
        </p:spPr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Jump from text to stack</a:t>
            </a:r>
          </a:p>
          <a:p>
            <a:r>
              <a:rPr lang="en-US" dirty="0"/>
              <a:t>Show</a:t>
            </a:r>
            <a:r>
              <a:rPr lang="en-US" baseline="0" dirty="0"/>
              <a:t> string and code on stack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89099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19138"/>
            <a:ext cx="6399213" cy="3600450"/>
          </a:xfrm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970888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19138"/>
            <a:ext cx="6399213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 addresses always start with 0x00007FFF…</a:t>
            </a:r>
          </a:p>
          <a:p>
            <a:r>
              <a:rPr lang="en-US" dirty="0"/>
              <a:t>Little endian, so the most significant bits are at the highest address (upper left)</a:t>
            </a:r>
          </a:p>
          <a:p>
            <a:r>
              <a:rPr lang="en-US" dirty="0"/>
              <a:t>0x30 = 48 in decimal</a:t>
            </a:r>
          </a:p>
          <a:p>
            <a:r>
              <a:rPr lang="en-US" dirty="0"/>
              <a:t>Need to overwrite those 48 bytes + 6 bytes of the return address (since the stack is much higher up than instructions)</a:t>
            </a:r>
          </a:p>
          <a:p>
            <a:r>
              <a:rPr lang="en-US" dirty="0"/>
              <a:t>So the answer is 48 + 6 = 54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81899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3776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21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6407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10899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38551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Draw a diagram!!!</a:t>
            </a:r>
          </a:p>
        </p:txBody>
      </p:sp>
    </p:spTree>
    <p:extLst>
      <p:ext uri="{BB962C8B-B14F-4D97-AF65-F5344CB8AC3E}">
        <p14:creationId xmlns:p14="http://schemas.microsoft.com/office/powerpoint/2010/main" val="45594286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19138"/>
            <a:ext cx="6399213" cy="3600450"/>
          </a:xfrm>
          <a:ln/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%fs:0x28 generates some ”random” data</a:t>
            </a:r>
          </a:p>
          <a:p>
            <a:r>
              <a:rPr lang="en-US" dirty="0"/>
              <a:t>Put it on the stack above local variables</a:t>
            </a:r>
          </a:p>
          <a:p>
            <a:r>
              <a:rPr lang="en-US" dirty="0"/>
              <a:t>At end of function, check whether it changed</a:t>
            </a:r>
          </a:p>
          <a:p>
            <a:endParaRPr lang="en-US" dirty="0"/>
          </a:p>
          <a:p>
            <a:r>
              <a:rPr lang="en-US" dirty="0"/>
              <a:t>Read canary value</a:t>
            </a:r>
          </a:p>
          <a:p>
            <a:r>
              <a:rPr lang="en-US" dirty="0"/>
              <a:t>Store on stack</a:t>
            </a:r>
          </a:p>
          <a:p>
            <a:r>
              <a:rPr lang="en-US" dirty="0"/>
              <a:t>Erase from register</a:t>
            </a:r>
          </a:p>
          <a:p>
            <a:r>
              <a:rPr lang="en-US" dirty="0"/>
              <a:t>Read current canary from stack</a:t>
            </a:r>
          </a:p>
          <a:p>
            <a:r>
              <a:rPr lang="en-US" dirty="0"/>
              <a:t>Compare against orig. value</a:t>
            </a:r>
          </a:p>
          <a:p>
            <a:r>
              <a:rPr lang="en-US" dirty="0"/>
              <a:t>Return if unchanged</a:t>
            </a:r>
          </a:p>
          <a:p>
            <a:r>
              <a:rPr lang="en-US" dirty="0"/>
              <a:t>“stack smashing detected”</a:t>
            </a:r>
          </a:p>
        </p:txBody>
      </p:sp>
    </p:spTree>
    <p:extLst>
      <p:ext uri="{BB962C8B-B14F-4D97-AF65-F5344CB8AC3E}">
        <p14:creationId xmlns:p14="http://schemas.microsoft.com/office/powerpoint/2010/main" val="428024637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19138"/>
            <a:ext cx="6399213" cy="3600450"/>
          </a:xfrm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13101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19138"/>
            <a:ext cx="6399213" cy="3600450"/>
          </a:xfrm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56246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19138"/>
            <a:ext cx="6399213" cy="3600450"/>
          </a:xfrm>
          <a:ln/>
        </p:spPr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6265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EA1F3BB5-BC4A-4839-A1EA-891B9EBDAA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7622"/>
            <a:ext cx="10971514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069113"/>
            <a:ext cx="4924996" cy="2387600"/>
          </a:xfrm>
        </p:spPr>
        <p:txBody>
          <a:bodyPr anchor="b"/>
          <a:lstStyle>
            <a:lvl1pPr algn="ctr">
              <a:defRPr lang="en-US" sz="5880" b="1" kern="1200" smtClean="0">
                <a:solidFill>
                  <a:schemeClr val="bg1"/>
                </a:solidFill>
                <a:latin typeface="Marcellus SC" panose="020E0602050203020307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85EFFD-917D-4236-9D14-8AF8A7C90942}"/>
              </a:ext>
            </a:extLst>
          </p:cNvPr>
          <p:cNvSpPr txBox="1"/>
          <p:nvPr/>
        </p:nvSpPr>
        <p:spPr>
          <a:xfrm>
            <a:off x="7929944" y="4403972"/>
            <a:ext cx="3676006" cy="7017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US" sz="2880" dirty="0">
                <a:solidFill>
                  <a:prstClr val="black">
                    <a:lumMod val="75000"/>
                    <a:lumOff val="25000"/>
                  </a:prst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Luis Oliveira</a:t>
            </a:r>
          </a:p>
          <a:p>
            <a:pPr algn="ctr">
              <a:defRPr/>
            </a:pPr>
            <a:r>
              <a:rPr lang="en-US" sz="1080" dirty="0">
                <a:solidFill>
                  <a:prstClr val="black">
                    <a:lumMod val="75000"/>
                    <a:lumOff val="25000"/>
                  </a:prst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(with content borrowed from </a:t>
            </a:r>
            <a:r>
              <a:rPr lang="en-US" sz="1080" dirty="0" err="1">
                <a:solidFill>
                  <a:prstClr val="black">
                    <a:lumMod val="75000"/>
                    <a:lumOff val="25000"/>
                  </a:prst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wilkie</a:t>
            </a:r>
            <a:r>
              <a:rPr lang="en-US" sz="1080" dirty="0">
                <a:solidFill>
                  <a:prstClr val="black">
                    <a:lumMod val="75000"/>
                    <a:lumOff val="25000"/>
                  </a:prst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and Vinicius Petrucci)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6EEB7A-8A20-4678-935F-818D978F6F14}"/>
              </a:ext>
            </a:extLst>
          </p:cNvPr>
          <p:cNvSpPr txBox="1"/>
          <p:nvPr/>
        </p:nvSpPr>
        <p:spPr>
          <a:xfrm>
            <a:off x="8311133" y="2512069"/>
            <a:ext cx="3102131" cy="14219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8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CS/COE 0449</a:t>
            </a:r>
            <a:br>
              <a:rPr lang="en-US" sz="288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288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Introduction to</a:t>
            </a:r>
            <a:br>
              <a:rPr lang="en-US" sz="288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288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Systems Software</a:t>
            </a:r>
            <a:endParaRPr lang="en-US" sz="1080" dirty="0">
              <a:solidFill>
                <a:schemeClr val="tx1">
                  <a:lumMod val="75000"/>
                  <a:lumOff val="2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3D9EB0A-CCD6-414E-A988-4BF9D78A9357}"/>
              </a:ext>
            </a:extLst>
          </p:cNvPr>
          <p:cNvSpPr/>
          <p:nvPr/>
        </p:nvSpPr>
        <p:spPr>
          <a:xfrm>
            <a:off x="9508865" y="656652"/>
            <a:ext cx="1081144" cy="1081144"/>
          </a:xfrm>
          <a:prstGeom prst="ellipse">
            <a:avLst/>
          </a:prstGeom>
          <a:noFill/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360" b="1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ea typeface="Lato Black" panose="020F050202020403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2873744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1AE47FCC-710E-4B5B-A89C-F9677EB450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13" y="0"/>
            <a:ext cx="1219057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8255"/>
            <a:ext cx="10515600" cy="662782"/>
          </a:xfrm>
        </p:spPr>
        <p:txBody>
          <a:bodyPr>
            <a:normAutofit/>
          </a:bodyPr>
          <a:lstStyle>
            <a:lvl1pPr algn="l" defTabSz="82296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960" kern="1200" dirty="0">
                <a:solidFill>
                  <a:schemeClr val="bg1"/>
                </a:solidFill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64050D8-538C-4555-A908-78AE7C9CC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76163" y="6402073"/>
            <a:ext cx="821690" cy="365125"/>
          </a:xfrm>
        </p:spPr>
        <p:txBody>
          <a:bodyPr/>
          <a:lstStyle>
            <a:lvl1pPr>
              <a:defRPr sz="2160">
                <a:solidFill>
                  <a:schemeClr val="bg1">
                    <a:lumMod val="50000"/>
                  </a:schemeClr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defRPr>
            </a:lvl1pPr>
          </a:lstStyle>
          <a:p>
            <a:fld id="{B155CD39-130E-C347-A052-A70699A3F890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3088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3FA6F06A-FE39-444F-9CB8-3F66E2F568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13" y="0"/>
            <a:ext cx="1219057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>
            <a:normAutofit/>
          </a:bodyPr>
          <a:lstStyle>
            <a:lvl1pPr algn="ctr" defTabSz="82296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5400" kern="1200" dirty="0">
                <a:solidFill>
                  <a:schemeClr val="tx2">
                    <a:lumMod val="50000"/>
                  </a:schemeClr>
                </a:solidFill>
                <a:latin typeface="Marcellus SC" panose="020E0602050203020307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>
            <a:normAutofit/>
          </a:bodyPr>
          <a:lstStyle>
            <a:lvl1pPr marL="0" indent="0" algn="ctr" defTabSz="822960" rtl="0" eaLnBrk="1" latinLnBrk="0" hangingPunct="1">
              <a:lnSpc>
                <a:spcPct val="90000"/>
              </a:lnSpc>
              <a:spcBef>
                <a:spcPts val="900"/>
              </a:spcBef>
              <a:buFont typeface="Arial" panose="020B0604020202020204" pitchFamily="34" charset="0"/>
              <a:buNone/>
              <a:defRPr lang="en-US" sz="2160" kern="1200" dirty="0" smtClean="0">
                <a:solidFill>
                  <a:schemeClr val="tx1">
                    <a:tint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  <a:lvl2pPr marL="45718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C2887AB-88A2-4598-9B4C-279CFF0C2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76163" y="6402073"/>
            <a:ext cx="821690" cy="365125"/>
          </a:xfrm>
        </p:spPr>
        <p:txBody>
          <a:bodyPr/>
          <a:lstStyle>
            <a:lvl1pPr>
              <a:defRPr sz="2160">
                <a:solidFill>
                  <a:schemeClr val="bg1"/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defRPr>
            </a:lvl1pPr>
          </a:lstStyle>
          <a:p>
            <a:fld id="{366DEA6B-B37D-2E49-8BFA-99493AEB9482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2220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238D35E4-92F4-4E3B-8507-19E6FB2C25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13" y="0"/>
            <a:ext cx="1219057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0927080" cy="421640"/>
          </a:xfrm>
        </p:spPr>
        <p:txBody>
          <a:bodyPr>
            <a:normAutofit/>
          </a:bodyPr>
          <a:lstStyle>
            <a:lvl1pPr marL="0" algn="l" defTabSz="82296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160" kern="1200" dirty="0">
                <a:solidFill>
                  <a:schemeClr val="accent1">
                    <a:lumMod val="50000"/>
                  </a:schemeClr>
                </a:solidFill>
                <a:latin typeface="Marcellus SC" panose="020E0602050203020307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30D1C1C-0332-4442-9439-B3DDD1971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76163" y="6402073"/>
            <a:ext cx="821690" cy="365125"/>
          </a:xfrm>
        </p:spPr>
        <p:txBody>
          <a:bodyPr/>
          <a:lstStyle>
            <a:lvl1pPr>
              <a:defRPr sz="2160">
                <a:solidFill>
                  <a:schemeClr val="bg1"/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defRPr>
            </a:lvl1pPr>
          </a:lstStyle>
          <a:p>
            <a:fld id="{FE11246B-1A1D-234F-94E5-5D1054937F90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8967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7169D404-C6B3-441F-AFE8-5D94549B5A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13" y="0"/>
            <a:ext cx="12190571" cy="685800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69D825A9-FB59-4202-9485-533A57E6F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33"/>
            <a:ext cx="12313920" cy="365126"/>
          </a:xfrm>
        </p:spPr>
        <p:txBody>
          <a:bodyPr>
            <a:noAutofit/>
          </a:bodyPr>
          <a:lstStyle>
            <a:lvl1pPr>
              <a:defRPr sz="2160">
                <a:solidFill>
                  <a:schemeClr val="accent1">
                    <a:lumMod val="50000"/>
                  </a:schemeClr>
                </a:solidFill>
                <a:latin typeface="Marcellus SC" panose="020E0602050203020307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4603BD3-B0D4-478A-9A0E-6BF89FA65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76163" y="6402073"/>
            <a:ext cx="821690" cy="365125"/>
          </a:xfrm>
        </p:spPr>
        <p:txBody>
          <a:bodyPr/>
          <a:lstStyle>
            <a:lvl1pPr>
              <a:defRPr sz="2160">
                <a:solidFill>
                  <a:schemeClr val="bg1"/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defRPr>
            </a:lvl1pPr>
          </a:lstStyle>
          <a:p>
            <a:fld id="{D0503639-28A2-3B46-9402-8F779EADA564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5218944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4338196D-6433-4096-891C-BD8AE50D72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68" y="0"/>
            <a:ext cx="12187066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057408"/>
            <a:ext cx="10363200" cy="1470025"/>
          </a:xfrm>
        </p:spPr>
        <p:txBody>
          <a:bodyPr anchor="b">
            <a:noAutofit/>
          </a:bodyPr>
          <a:lstStyle>
            <a:lvl1pPr algn="ctr">
              <a:defRPr sz="5184">
                <a:solidFill>
                  <a:schemeClr val="accent1">
                    <a:lumMod val="75000"/>
                  </a:schemeClr>
                </a:solidFill>
                <a:latin typeface="Lato Hairline" panose="020F0502020204030203" pitchFamily="34" charset="0"/>
                <a:ea typeface="Lato Hairline" panose="020F0502020204030203" pitchFamily="34" charset="0"/>
                <a:cs typeface="Lato Hairline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03639-28A2-3B46-9402-8F779EADA564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35940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hf hd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nb-NO"/>
              <a:t>CS/COE 0449 – Spring 2019/2020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503639-28A2-3B46-9402-8F779EADA564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26208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7" r:id="rId1"/>
    <p:sldLayoutId id="2147483948" r:id="rId2"/>
    <p:sldLayoutId id="2147483949" r:id="rId3"/>
    <p:sldLayoutId id="2147483950" r:id="rId4"/>
    <p:sldLayoutId id="2147483951" r:id="rId5"/>
    <p:sldLayoutId id="2147483952" r:id="rId6"/>
  </p:sldLayoutIdLst>
  <p:hf hdr="0" dt="0"/>
  <p:txStyles>
    <p:titleStyle>
      <a:lvl1pPr algn="l" defTabSz="91436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0" indent="-228590" algn="l" defTabSz="91436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72" indent="-228590" algn="l" defTabSz="91436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54" indent="-228590" algn="l" defTabSz="91436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36" indent="-228590" algn="l" defTabSz="91436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17" indent="-228590" algn="l" defTabSz="91436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99" indent="-228590" algn="l" defTabSz="91436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91436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91436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91436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91436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91436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2" Type="http://schemas.openxmlformats.org/officeDocument/2006/relationships/tags" Target="../tags/tag2.xml"/><Relationship Id="rId16" Type="http://schemas.openxmlformats.org/officeDocument/2006/relationships/notesSlide" Target="../notesSlides/notesSlide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slideLayout" Target="../slideLayouts/slideLayout2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2.xml"/><Relationship Id="rId13" Type="http://schemas.openxmlformats.org/officeDocument/2006/relationships/tags" Target="../tags/tag27.xml"/><Relationship Id="rId3" Type="http://schemas.openxmlformats.org/officeDocument/2006/relationships/tags" Target="../tags/tag17.xml"/><Relationship Id="rId7" Type="http://schemas.openxmlformats.org/officeDocument/2006/relationships/tags" Target="../tags/tag21.xml"/><Relationship Id="rId12" Type="http://schemas.openxmlformats.org/officeDocument/2006/relationships/tags" Target="../tags/tag26.xml"/><Relationship Id="rId17" Type="http://schemas.openxmlformats.org/officeDocument/2006/relationships/notesSlide" Target="../notesSlides/notesSlide4.xml"/><Relationship Id="rId2" Type="http://schemas.openxmlformats.org/officeDocument/2006/relationships/tags" Target="../tags/tag16.xml"/><Relationship Id="rId16" Type="http://schemas.openxmlformats.org/officeDocument/2006/relationships/slideLayout" Target="../slideLayouts/slideLayout4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1" Type="http://schemas.openxmlformats.org/officeDocument/2006/relationships/tags" Target="../tags/tag25.xml"/><Relationship Id="rId5" Type="http://schemas.openxmlformats.org/officeDocument/2006/relationships/tags" Target="../tags/tag19.xml"/><Relationship Id="rId15" Type="http://schemas.openxmlformats.org/officeDocument/2006/relationships/tags" Target="../tags/tag29.xml"/><Relationship Id="rId10" Type="http://schemas.openxmlformats.org/officeDocument/2006/relationships/tags" Target="../tags/tag24.xml"/><Relationship Id="rId4" Type="http://schemas.openxmlformats.org/officeDocument/2006/relationships/tags" Target="../tags/tag18.xml"/><Relationship Id="rId9" Type="http://schemas.openxmlformats.org/officeDocument/2006/relationships/tags" Target="../tags/tag23.xml"/><Relationship Id="rId14" Type="http://schemas.openxmlformats.org/officeDocument/2006/relationships/tags" Target="../tags/tag2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37.xml"/><Relationship Id="rId13" Type="http://schemas.openxmlformats.org/officeDocument/2006/relationships/tags" Target="../tags/tag42.xml"/><Relationship Id="rId18" Type="http://schemas.openxmlformats.org/officeDocument/2006/relationships/tags" Target="../tags/tag47.xml"/><Relationship Id="rId26" Type="http://schemas.openxmlformats.org/officeDocument/2006/relationships/slideLayout" Target="../slideLayouts/slideLayout4.xml"/><Relationship Id="rId3" Type="http://schemas.openxmlformats.org/officeDocument/2006/relationships/tags" Target="../tags/tag32.xml"/><Relationship Id="rId21" Type="http://schemas.openxmlformats.org/officeDocument/2006/relationships/tags" Target="../tags/tag50.xml"/><Relationship Id="rId7" Type="http://schemas.openxmlformats.org/officeDocument/2006/relationships/tags" Target="../tags/tag36.xml"/><Relationship Id="rId12" Type="http://schemas.openxmlformats.org/officeDocument/2006/relationships/tags" Target="../tags/tag41.xml"/><Relationship Id="rId17" Type="http://schemas.openxmlformats.org/officeDocument/2006/relationships/tags" Target="../tags/tag46.xml"/><Relationship Id="rId25" Type="http://schemas.openxmlformats.org/officeDocument/2006/relationships/tags" Target="../tags/tag54.xml"/><Relationship Id="rId2" Type="http://schemas.openxmlformats.org/officeDocument/2006/relationships/tags" Target="../tags/tag31.xml"/><Relationship Id="rId16" Type="http://schemas.openxmlformats.org/officeDocument/2006/relationships/tags" Target="../tags/tag45.xml"/><Relationship Id="rId20" Type="http://schemas.openxmlformats.org/officeDocument/2006/relationships/tags" Target="../tags/tag49.xml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11" Type="http://schemas.openxmlformats.org/officeDocument/2006/relationships/tags" Target="../tags/tag40.xml"/><Relationship Id="rId24" Type="http://schemas.openxmlformats.org/officeDocument/2006/relationships/tags" Target="../tags/tag53.xml"/><Relationship Id="rId5" Type="http://schemas.openxmlformats.org/officeDocument/2006/relationships/tags" Target="../tags/tag34.xml"/><Relationship Id="rId15" Type="http://schemas.openxmlformats.org/officeDocument/2006/relationships/tags" Target="../tags/tag44.xml"/><Relationship Id="rId23" Type="http://schemas.openxmlformats.org/officeDocument/2006/relationships/tags" Target="../tags/tag52.xml"/><Relationship Id="rId10" Type="http://schemas.openxmlformats.org/officeDocument/2006/relationships/tags" Target="../tags/tag39.xml"/><Relationship Id="rId19" Type="http://schemas.openxmlformats.org/officeDocument/2006/relationships/tags" Target="../tags/tag48.xml"/><Relationship Id="rId4" Type="http://schemas.openxmlformats.org/officeDocument/2006/relationships/tags" Target="../tags/tag33.xml"/><Relationship Id="rId9" Type="http://schemas.openxmlformats.org/officeDocument/2006/relationships/tags" Target="../tags/tag38.xml"/><Relationship Id="rId14" Type="http://schemas.openxmlformats.org/officeDocument/2006/relationships/tags" Target="../tags/tag43.xml"/><Relationship Id="rId22" Type="http://schemas.openxmlformats.org/officeDocument/2006/relationships/tags" Target="../tags/tag51.xml"/><Relationship Id="rId2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62.xml"/><Relationship Id="rId13" Type="http://schemas.openxmlformats.org/officeDocument/2006/relationships/tags" Target="../tags/tag67.xml"/><Relationship Id="rId18" Type="http://schemas.openxmlformats.org/officeDocument/2006/relationships/tags" Target="../tags/tag72.xml"/><Relationship Id="rId3" Type="http://schemas.openxmlformats.org/officeDocument/2006/relationships/tags" Target="../tags/tag57.xml"/><Relationship Id="rId7" Type="http://schemas.openxmlformats.org/officeDocument/2006/relationships/tags" Target="../tags/tag61.xml"/><Relationship Id="rId12" Type="http://schemas.openxmlformats.org/officeDocument/2006/relationships/tags" Target="../tags/tag66.xml"/><Relationship Id="rId17" Type="http://schemas.openxmlformats.org/officeDocument/2006/relationships/tags" Target="../tags/tag71.xml"/><Relationship Id="rId2" Type="http://schemas.openxmlformats.org/officeDocument/2006/relationships/tags" Target="../tags/tag56.xml"/><Relationship Id="rId16" Type="http://schemas.openxmlformats.org/officeDocument/2006/relationships/tags" Target="../tags/tag70.xml"/><Relationship Id="rId20" Type="http://schemas.openxmlformats.org/officeDocument/2006/relationships/notesSlide" Target="../notesSlides/notesSlide6.xml"/><Relationship Id="rId1" Type="http://schemas.openxmlformats.org/officeDocument/2006/relationships/tags" Target="../tags/tag55.xml"/><Relationship Id="rId6" Type="http://schemas.openxmlformats.org/officeDocument/2006/relationships/tags" Target="../tags/tag60.xml"/><Relationship Id="rId11" Type="http://schemas.openxmlformats.org/officeDocument/2006/relationships/tags" Target="../tags/tag65.xml"/><Relationship Id="rId5" Type="http://schemas.openxmlformats.org/officeDocument/2006/relationships/tags" Target="../tags/tag59.xml"/><Relationship Id="rId15" Type="http://schemas.openxmlformats.org/officeDocument/2006/relationships/tags" Target="../tags/tag69.xml"/><Relationship Id="rId10" Type="http://schemas.openxmlformats.org/officeDocument/2006/relationships/tags" Target="../tags/tag64.xml"/><Relationship Id="rId19" Type="http://schemas.openxmlformats.org/officeDocument/2006/relationships/slideLayout" Target="../slideLayouts/slideLayout2.xml"/><Relationship Id="rId4" Type="http://schemas.openxmlformats.org/officeDocument/2006/relationships/tags" Target="../tags/tag58.xml"/><Relationship Id="rId9" Type="http://schemas.openxmlformats.org/officeDocument/2006/relationships/tags" Target="../tags/tag63.xml"/><Relationship Id="rId14" Type="http://schemas.openxmlformats.org/officeDocument/2006/relationships/tags" Target="../tags/tag6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4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4" Type="http://schemas.openxmlformats.org/officeDocument/2006/relationships/notesSlide" Target="../notesSlides/notesSlide9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79.xml"/><Relationship Id="rId7" Type="http://schemas.openxmlformats.org/officeDocument/2006/relationships/tags" Target="../tags/tag83.xml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9" Type="http://schemas.openxmlformats.org/officeDocument/2006/relationships/notesSlide" Target="../notesSlides/notesSlid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tags" Target="../tags/tag84.xml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89.xml"/><Relationship Id="rId7" Type="http://schemas.openxmlformats.org/officeDocument/2006/relationships/hyperlink" Target="https://godbolt.org/z/3WF6mO" TargetMode="External"/><Relationship Id="rId2" Type="http://schemas.openxmlformats.org/officeDocument/2006/relationships/tags" Target="../tags/tag88.xml"/><Relationship Id="rId1" Type="http://schemas.openxmlformats.org/officeDocument/2006/relationships/tags" Target="../tags/tag87.xml"/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9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93.xml"/><Relationship Id="rId7" Type="http://schemas.openxmlformats.org/officeDocument/2006/relationships/notesSlide" Target="../notesSlides/notesSlide18.xm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95.xml"/><Relationship Id="rId4" Type="http://schemas.openxmlformats.org/officeDocument/2006/relationships/tags" Target="../tags/tag94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103.xml"/><Relationship Id="rId13" Type="http://schemas.openxmlformats.org/officeDocument/2006/relationships/tags" Target="../tags/tag108.xml"/><Relationship Id="rId18" Type="http://schemas.openxmlformats.org/officeDocument/2006/relationships/tags" Target="../tags/tag113.xml"/><Relationship Id="rId26" Type="http://schemas.openxmlformats.org/officeDocument/2006/relationships/tags" Target="../tags/tag121.xml"/><Relationship Id="rId3" Type="http://schemas.openxmlformats.org/officeDocument/2006/relationships/tags" Target="../tags/tag98.xml"/><Relationship Id="rId21" Type="http://schemas.openxmlformats.org/officeDocument/2006/relationships/tags" Target="../tags/tag116.xml"/><Relationship Id="rId7" Type="http://schemas.openxmlformats.org/officeDocument/2006/relationships/tags" Target="../tags/tag102.xml"/><Relationship Id="rId12" Type="http://schemas.openxmlformats.org/officeDocument/2006/relationships/tags" Target="../tags/tag107.xml"/><Relationship Id="rId17" Type="http://schemas.openxmlformats.org/officeDocument/2006/relationships/tags" Target="../tags/tag112.xml"/><Relationship Id="rId25" Type="http://schemas.openxmlformats.org/officeDocument/2006/relationships/tags" Target="../tags/tag120.xml"/><Relationship Id="rId2" Type="http://schemas.openxmlformats.org/officeDocument/2006/relationships/tags" Target="../tags/tag97.xml"/><Relationship Id="rId16" Type="http://schemas.openxmlformats.org/officeDocument/2006/relationships/tags" Target="../tags/tag111.xml"/><Relationship Id="rId20" Type="http://schemas.openxmlformats.org/officeDocument/2006/relationships/tags" Target="../tags/tag115.xml"/><Relationship Id="rId29" Type="http://schemas.openxmlformats.org/officeDocument/2006/relationships/notesSlide" Target="../notesSlides/notesSlide19.xml"/><Relationship Id="rId1" Type="http://schemas.openxmlformats.org/officeDocument/2006/relationships/tags" Target="../tags/tag96.xml"/><Relationship Id="rId6" Type="http://schemas.openxmlformats.org/officeDocument/2006/relationships/tags" Target="../tags/tag101.xml"/><Relationship Id="rId11" Type="http://schemas.openxmlformats.org/officeDocument/2006/relationships/tags" Target="../tags/tag106.xml"/><Relationship Id="rId24" Type="http://schemas.openxmlformats.org/officeDocument/2006/relationships/tags" Target="../tags/tag119.xml"/><Relationship Id="rId5" Type="http://schemas.openxmlformats.org/officeDocument/2006/relationships/tags" Target="../tags/tag100.xml"/><Relationship Id="rId15" Type="http://schemas.openxmlformats.org/officeDocument/2006/relationships/tags" Target="../tags/tag110.xml"/><Relationship Id="rId23" Type="http://schemas.openxmlformats.org/officeDocument/2006/relationships/tags" Target="../tags/tag118.xml"/><Relationship Id="rId28" Type="http://schemas.openxmlformats.org/officeDocument/2006/relationships/slideLayout" Target="../slideLayouts/slideLayout2.xml"/><Relationship Id="rId10" Type="http://schemas.openxmlformats.org/officeDocument/2006/relationships/tags" Target="../tags/tag105.xml"/><Relationship Id="rId19" Type="http://schemas.openxmlformats.org/officeDocument/2006/relationships/tags" Target="../tags/tag114.xml"/><Relationship Id="rId4" Type="http://schemas.openxmlformats.org/officeDocument/2006/relationships/tags" Target="../tags/tag99.xml"/><Relationship Id="rId9" Type="http://schemas.openxmlformats.org/officeDocument/2006/relationships/tags" Target="../tags/tag104.xml"/><Relationship Id="rId14" Type="http://schemas.openxmlformats.org/officeDocument/2006/relationships/tags" Target="../tags/tag109.xml"/><Relationship Id="rId22" Type="http://schemas.openxmlformats.org/officeDocument/2006/relationships/tags" Target="../tags/tag117.xml"/><Relationship Id="rId27" Type="http://schemas.openxmlformats.org/officeDocument/2006/relationships/tags" Target="../tags/tag12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4.xml"/><Relationship Id="rId1" Type="http://schemas.openxmlformats.org/officeDocument/2006/relationships/tags" Target="../tags/tag123.xml"/><Relationship Id="rId6" Type="http://schemas.openxmlformats.org/officeDocument/2006/relationships/hyperlink" Target="https://www.youtube.com/watch?v=hB6eY73sLV0" TargetMode="External"/><Relationship Id="rId5" Type="http://schemas.openxmlformats.org/officeDocument/2006/relationships/hyperlink" Target="https://www.youtube.com/watch?v=TqK-2jUQBUY" TargetMode="External"/><Relationship Id="rId4" Type="http://schemas.openxmlformats.org/officeDocument/2006/relationships/notesSlide" Target="../notesSlides/notesSlide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6.xml"/><Relationship Id="rId1" Type="http://schemas.openxmlformats.org/officeDocument/2006/relationships/tags" Target="../tags/tag125.xml"/><Relationship Id="rId5" Type="http://schemas.openxmlformats.org/officeDocument/2006/relationships/hyperlink" Target="http://dl.acm.org/citation.cfm?id=66095" TargetMode="External"/><Relationship Id="rId4" Type="http://schemas.openxmlformats.org/officeDocument/2006/relationships/notesSlide" Target="../notesSlides/notesSlide2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8.xml"/><Relationship Id="rId1" Type="http://schemas.openxmlformats.org/officeDocument/2006/relationships/tags" Target="../tags/tag127.xml"/><Relationship Id="rId5" Type="http://schemas.openxmlformats.org/officeDocument/2006/relationships/image" Target="../media/image12.png"/><Relationship Id="rId4" Type="http://schemas.openxmlformats.org/officeDocument/2006/relationships/notesSlide" Target="../notesSlides/notesSlide2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3WF6mO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tags" Target="../tags/tag132.xml"/><Relationship Id="rId2" Type="http://schemas.openxmlformats.org/officeDocument/2006/relationships/tags" Target="../tags/tag131.xml"/><Relationship Id="rId1" Type="http://schemas.openxmlformats.org/officeDocument/2006/relationships/tags" Target="../tags/tag130.xml"/><Relationship Id="rId5" Type="http://schemas.openxmlformats.org/officeDocument/2006/relationships/notesSlide" Target="../notesSlides/notesSlide29.xml"/><Relationship Id="rId4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tags" Target="../tags/tag135.xml"/><Relationship Id="rId2" Type="http://schemas.openxmlformats.org/officeDocument/2006/relationships/tags" Target="../tags/tag134.xml"/><Relationship Id="rId1" Type="http://schemas.openxmlformats.org/officeDocument/2006/relationships/tags" Target="../tags/tag133.xml"/><Relationship Id="rId6" Type="http://schemas.openxmlformats.org/officeDocument/2006/relationships/notesSlide" Target="../notesSlides/notesSlide30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6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tags" Target="../tags/tag144.xml"/><Relationship Id="rId13" Type="http://schemas.openxmlformats.org/officeDocument/2006/relationships/tags" Target="../tags/tag149.xml"/><Relationship Id="rId18" Type="http://schemas.openxmlformats.org/officeDocument/2006/relationships/tags" Target="../tags/tag154.xml"/><Relationship Id="rId3" Type="http://schemas.openxmlformats.org/officeDocument/2006/relationships/tags" Target="../tags/tag139.xml"/><Relationship Id="rId7" Type="http://schemas.openxmlformats.org/officeDocument/2006/relationships/tags" Target="../tags/tag143.xml"/><Relationship Id="rId12" Type="http://schemas.openxmlformats.org/officeDocument/2006/relationships/tags" Target="../tags/tag148.xml"/><Relationship Id="rId17" Type="http://schemas.openxmlformats.org/officeDocument/2006/relationships/tags" Target="../tags/tag153.xml"/><Relationship Id="rId2" Type="http://schemas.openxmlformats.org/officeDocument/2006/relationships/tags" Target="../tags/tag138.xml"/><Relationship Id="rId16" Type="http://schemas.openxmlformats.org/officeDocument/2006/relationships/tags" Target="../tags/tag152.xml"/><Relationship Id="rId20" Type="http://schemas.openxmlformats.org/officeDocument/2006/relationships/notesSlide" Target="../notesSlides/notesSlide31.xml"/><Relationship Id="rId1" Type="http://schemas.openxmlformats.org/officeDocument/2006/relationships/tags" Target="../tags/tag137.xml"/><Relationship Id="rId6" Type="http://schemas.openxmlformats.org/officeDocument/2006/relationships/tags" Target="../tags/tag142.xml"/><Relationship Id="rId11" Type="http://schemas.openxmlformats.org/officeDocument/2006/relationships/tags" Target="../tags/tag147.xml"/><Relationship Id="rId5" Type="http://schemas.openxmlformats.org/officeDocument/2006/relationships/tags" Target="../tags/tag141.xml"/><Relationship Id="rId15" Type="http://schemas.openxmlformats.org/officeDocument/2006/relationships/tags" Target="../tags/tag151.xml"/><Relationship Id="rId10" Type="http://schemas.openxmlformats.org/officeDocument/2006/relationships/tags" Target="../tags/tag146.xml"/><Relationship Id="rId19" Type="http://schemas.openxmlformats.org/officeDocument/2006/relationships/slideLayout" Target="../slideLayouts/slideLayout2.xml"/><Relationship Id="rId4" Type="http://schemas.openxmlformats.org/officeDocument/2006/relationships/tags" Target="../tags/tag140.xml"/><Relationship Id="rId9" Type="http://schemas.openxmlformats.org/officeDocument/2006/relationships/tags" Target="../tags/tag145.xml"/><Relationship Id="rId14" Type="http://schemas.openxmlformats.org/officeDocument/2006/relationships/tags" Target="../tags/tag150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tags" Target="../tags/tag162.xml"/><Relationship Id="rId13" Type="http://schemas.openxmlformats.org/officeDocument/2006/relationships/tags" Target="../tags/tag167.xml"/><Relationship Id="rId18" Type="http://schemas.openxmlformats.org/officeDocument/2006/relationships/tags" Target="../tags/tag172.xml"/><Relationship Id="rId3" Type="http://schemas.openxmlformats.org/officeDocument/2006/relationships/tags" Target="../tags/tag157.xml"/><Relationship Id="rId21" Type="http://schemas.openxmlformats.org/officeDocument/2006/relationships/slideLayout" Target="../slideLayouts/slideLayout2.xml"/><Relationship Id="rId7" Type="http://schemas.openxmlformats.org/officeDocument/2006/relationships/tags" Target="../tags/tag161.xml"/><Relationship Id="rId12" Type="http://schemas.openxmlformats.org/officeDocument/2006/relationships/tags" Target="../tags/tag166.xml"/><Relationship Id="rId17" Type="http://schemas.openxmlformats.org/officeDocument/2006/relationships/tags" Target="../tags/tag171.xml"/><Relationship Id="rId2" Type="http://schemas.openxmlformats.org/officeDocument/2006/relationships/tags" Target="../tags/tag156.xml"/><Relationship Id="rId16" Type="http://schemas.openxmlformats.org/officeDocument/2006/relationships/tags" Target="../tags/tag170.xml"/><Relationship Id="rId20" Type="http://schemas.openxmlformats.org/officeDocument/2006/relationships/tags" Target="../tags/tag174.xml"/><Relationship Id="rId1" Type="http://schemas.openxmlformats.org/officeDocument/2006/relationships/tags" Target="../tags/tag155.xml"/><Relationship Id="rId6" Type="http://schemas.openxmlformats.org/officeDocument/2006/relationships/tags" Target="../tags/tag160.xml"/><Relationship Id="rId11" Type="http://schemas.openxmlformats.org/officeDocument/2006/relationships/tags" Target="../tags/tag165.xml"/><Relationship Id="rId5" Type="http://schemas.openxmlformats.org/officeDocument/2006/relationships/tags" Target="../tags/tag159.xml"/><Relationship Id="rId15" Type="http://schemas.openxmlformats.org/officeDocument/2006/relationships/tags" Target="../tags/tag169.xml"/><Relationship Id="rId10" Type="http://schemas.openxmlformats.org/officeDocument/2006/relationships/tags" Target="../tags/tag164.xml"/><Relationship Id="rId19" Type="http://schemas.openxmlformats.org/officeDocument/2006/relationships/tags" Target="../tags/tag173.xml"/><Relationship Id="rId4" Type="http://schemas.openxmlformats.org/officeDocument/2006/relationships/tags" Target="../tags/tag158.xml"/><Relationship Id="rId9" Type="http://schemas.openxmlformats.org/officeDocument/2006/relationships/tags" Target="../tags/tag163.xml"/><Relationship Id="rId14" Type="http://schemas.openxmlformats.org/officeDocument/2006/relationships/tags" Target="../tags/tag168.xml"/><Relationship Id="rId22" Type="http://schemas.openxmlformats.org/officeDocument/2006/relationships/notesSlide" Target="../notesSlides/notesSlide3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tags" Target="../tags/tag177.xml"/><Relationship Id="rId7" Type="http://schemas.openxmlformats.org/officeDocument/2006/relationships/notesSlide" Target="../notesSlides/notesSlide33.xml"/><Relationship Id="rId2" Type="http://schemas.openxmlformats.org/officeDocument/2006/relationships/tags" Target="../tags/tag176.xml"/><Relationship Id="rId1" Type="http://schemas.openxmlformats.org/officeDocument/2006/relationships/tags" Target="../tags/tag175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79.xml"/><Relationship Id="rId4" Type="http://schemas.openxmlformats.org/officeDocument/2006/relationships/tags" Target="../tags/tag17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tags" Target="../tags/tag182.xml"/><Relationship Id="rId2" Type="http://schemas.openxmlformats.org/officeDocument/2006/relationships/tags" Target="../tags/tag181.xml"/><Relationship Id="rId1" Type="http://schemas.openxmlformats.org/officeDocument/2006/relationships/tags" Target="../tags/tag180.xml"/><Relationship Id="rId5" Type="http://schemas.openxmlformats.org/officeDocument/2006/relationships/notesSlide" Target="../notesSlides/notesSlide34.xml"/><Relationship Id="rId4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tags" Target="../tags/tag185.xml"/><Relationship Id="rId2" Type="http://schemas.openxmlformats.org/officeDocument/2006/relationships/tags" Target="../tags/tag184.xml"/><Relationship Id="rId1" Type="http://schemas.openxmlformats.org/officeDocument/2006/relationships/tags" Target="../tags/tag183.xml"/><Relationship Id="rId6" Type="http://schemas.openxmlformats.org/officeDocument/2006/relationships/notesSlide" Target="../notesSlides/notesSlide3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8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tags" Target="../tags/tag189.xml"/><Relationship Id="rId2" Type="http://schemas.openxmlformats.org/officeDocument/2006/relationships/tags" Target="../tags/tag188.xml"/><Relationship Id="rId1" Type="http://schemas.openxmlformats.org/officeDocument/2006/relationships/tags" Target="../tags/tag187.xml"/><Relationship Id="rId6" Type="http://schemas.openxmlformats.org/officeDocument/2006/relationships/notesSlide" Target="../notesSlides/notesSlide36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9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2.xml"/><Relationship Id="rId1" Type="http://schemas.openxmlformats.org/officeDocument/2006/relationships/tags" Target="../tags/tag191.xml"/><Relationship Id="rId4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513B80A-0871-1643-8C59-4D4B3BF1AD5B}"/>
              </a:ext>
            </a:extLst>
          </p:cNvPr>
          <p:cNvSpPr/>
          <p:nvPr/>
        </p:nvSpPr>
        <p:spPr>
          <a:xfrm>
            <a:off x="1524000" y="3135913"/>
            <a:ext cx="4947188" cy="8463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4900" b="1" dirty="0">
                <a:solidFill>
                  <a:schemeClr val="bg1"/>
                </a:solidFill>
                <a:latin typeface="Marcellus SC" panose="020E0602050203020307" pitchFamily="34" charset="0"/>
                <a:ea typeface="+mj-ea"/>
                <a:cs typeface="+mj-cs"/>
              </a:rPr>
              <a:t>Buffer Overflow</a:t>
            </a:r>
            <a:endParaRPr lang="en-US" sz="4900" b="1" dirty="0">
              <a:solidFill>
                <a:schemeClr val="bg1"/>
              </a:solidFill>
              <a:latin typeface="Marcellus SC" panose="020E0602050203020307" pitchFamily="34" charset="0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10E2B1-303B-8648-8954-C91F0CF4F3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691" y="1002313"/>
            <a:ext cx="3637613" cy="2133600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78C0CBA9-A219-4EB2-85A5-0E959703DABF}"/>
              </a:ext>
            </a:extLst>
          </p:cNvPr>
          <p:cNvSpPr/>
          <p:nvPr/>
        </p:nvSpPr>
        <p:spPr>
          <a:xfrm>
            <a:off x="9515329" y="660400"/>
            <a:ext cx="1081241" cy="1082917"/>
          </a:xfrm>
          <a:prstGeom prst="ellipse">
            <a:avLst/>
          </a:prstGeom>
          <a:noFill/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ea typeface="Lato Black" panose="020F0502020204030203" pitchFamily="34" charset="0"/>
                <a:cs typeface="Segoe UI" panose="020B0502040204020203" pitchFamily="34" charset="0"/>
              </a:rPr>
              <a:t>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dirty="0"/>
              <a:t>Review: General Memory Layout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304803" y="914400"/>
            <a:ext cx="8227379" cy="5562600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en-US" dirty="0"/>
              <a:t>Stack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Local variables (procedure context)</a:t>
            </a:r>
          </a:p>
          <a:p>
            <a:pPr>
              <a:lnSpc>
                <a:spcPct val="110000"/>
              </a:lnSpc>
            </a:pPr>
            <a:r>
              <a:rPr lang="en-US" dirty="0"/>
              <a:t>Heap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Dynamically allocated as needed</a:t>
            </a:r>
          </a:p>
          <a:p>
            <a:pPr lvl="1">
              <a:lnSpc>
                <a:spcPct val="11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malloc()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calloc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new()</a:t>
            </a:r>
            <a:r>
              <a:rPr lang="en-US" dirty="0"/>
              <a:t>, …</a:t>
            </a:r>
          </a:p>
          <a:p>
            <a:pPr>
              <a:lnSpc>
                <a:spcPct val="110000"/>
              </a:lnSpc>
            </a:pPr>
            <a:r>
              <a:rPr lang="en-US" dirty="0"/>
              <a:t>Statically allocated Data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Read/Write: global variables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Read-only: string literals</a:t>
            </a:r>
          </a:p>
          <a:p>
            <a:pPr>
              <a:lnSpc>
                <a:spcPct val="110000"/>
              </a:lnSpc>
            </a:pPr>
            <a:r>
              <a:rPr lang="en-US" dirty="0"/>
              <a:t>Code/Instructions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Executable machine instructions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Read-only</a:t>
            </a:r>
          </a:p>
        </p:txBody>
      </p:sp>
      <p:sp>
        <p:nvSpPr>
          <p:cNvPr id="21" name="TextBox 20"/>
          <p:cNvSpPr txBox="1"/>
          <p:nvPr>
            <p:custDataLst>
              <p:tags r:id="rId3"/>
            </p:custDataLst>
          </p:nvPr>
        </p:nvSpPr>
        <p:spPr>
          <a:xfrm>
            <a:off x="8611296" y="1473990"/>
            <a:ext cx="1949450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not drawn to scale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8844517" y="1939925"/>
            <a:ext cx="1464627" cy="4365328"/>
            <a:chOff x="4021773" y="2128028"/>
            <a:chExt cx="1464627" cy="4365328"/>
          </a:xfrm>
        </p:grpSpPr>
        <p:sp>
          <p:nvSpPr>
            <p:cNvPr id="25" name="Rectangle 2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4023360" y="5852157"/>
              <a:ext cx="1463040" cy="641199"/>
            </a:xfrm>
            <a:prstGeom prst="rect">
              <a:avLst/>
            </a:prstGeom>
            <a:solidFill>
              <a:srgbClr val="99CCFF">
                <a:alpha val="50000"/>
              </a:srgbClr>
            </a:solidFill>
            <a:ln w="254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0000" tIns="60876" rIns="90000" bIns="45000" anchor="ctr"/>
            <a:lstStyle/>
            <a:p>
              <a:pPr algn="ctr">
                <a:tabLst>
                  <a:tab pos="723900" algn="l"/>
                  <a:tab pos="1447800" algn="l"/>
                  <a:tab pos="2171700" algn="l"/>
                  <a:tab pos="2895600" algn="l"/>
                </a:tabLst>
              </a:pPr>
              <a:r>
                <a:rPr lang="en-US" sz="2000" dirty="0">
                  <a:solidFill>
                    <a:srgbClr val="000000"/>
                  </a:solidFill>
                  <a:latin typeface="Calibri" panose="020F0502020204030204" pitchFamily="34" charset="0"/>
                  <a:cs typeface="Arial"/>
                </a:rPr>
                <a:t>Instructions</a:t>
              </a:r>
            </a:p>
          </p:txBody>
        </p:sp>
        <p:sp>
          <p:nvSpPr>
            <p:cNvPr id="26" name="Rectangle 3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4023360" y="5212397"/>
              <a:ext cx="1463040" cy="639762"/>
            </a:xfrm>
            <a:prstGeom prst="rect">
              <a:avLst/>
            </a:prstGeom>
            <a:solidFill>
              <a:srgbClr val="FFFF66">
                <a:alpha val="50000"/>
              </a:srgbClr>
            </a:solidFill>
            <a:ln w="254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0000" tIns="60876" rIns="90000" bIns="45000" anchor="ctr"/>
            <a:lstStyle/>
            <a:p>
              <a:pPr algn="ctr">
                <a:tabLst>
                  <a:tab pos="723900" algn="l"/>
                  <a:tab pos="1447800" algn="l"/>
                  <a:tab pos="2171700" algn="l"/>
                  <a:tab pos="2895600" algn="l"/>
                </a:tabLst>
              </a:pPr>
              <a:r>
                <a:rPr lang="en-US" sz="2000" dirty="0">
                  <a:solidFill>
                    <a:srgbClr val="000000"/>
                  </a:solidFill>
                  <a:latin typeface="Calibri" panose="020F0502020204030204" pitchFamily="34" charset="0"/>
                  <a:cs typeface="Arial"/>
                </a:rPr>
                <a:t>Literals</a:t>
              </a:r>
            </a:p>
          </p:txBody>
        </p:sp>
        <p:sp>
          <p:nvSpPr>
            <p:cNvPr id="27" name="Rectangle 4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4023360" y="4541521"/>
              <a:ext cx="1463040" cy="670876"/>
            </a:xfrm>
            <a:prstGeom prst="rect">
              <a:avLst/>
            </a:prstGeom>
            <a:solidFill>
              <a:srgbClr val="94BD5E">
                <a:alpha val="50000"/>
              </a:srgbClr>
            </a:solidFill>
            <a:ln w="254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0000" tIns="60876" rIns="90000" bIns="45000" anchor="ctr"/>
            <a:lstStyle/>
            <a:p>
              <a:pPr algn="ctr">
                <a:tabLst>
                  <a:tab pos="723900" algn="l"/>
                  <a:tab pos="1447800" algn="l"/>
                  <a:tab pos="2171700" algn="l"/>
                  <a:tab pos="2895600" algn="l"/>
                </a:tabLst>
              </a:pPr>
              <a:r>
                <a:rPr lang="en-US" sz="2000" dirty="0">
                  <a:solidFill>
                    <a:srgbClr val="000000"/>
                  </a:solidFill>
                  <a:latin typeface="Calibri" panose="020F0502020204030204" pitchFamily="34" charset="0"/>
                  <a:cs typeface="Arial"/>
                </a:rPr>
                <a:t>Static Data</a:t>
              </a:r>
            </a:p>
          </p:txBody>
        </p:sp>
        <p:sp>
          <p:nvSpPr>
            <p:cNvPr id="28" name="Rectangle 5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4023360" y="3854880"/>
              <a:ext cx="1463040" cy="685800"/>
            </a:xfrm>
            <a:prstGeom prst="rect">
              <a:avLst/>
            </a:prstGeom>
            <a:solidFill>
              <a:srgbClr val="DC2300">
                <a:alpha val="50000"/>
              </a:srgbClr>
            </a:solidFill>
            <a:ln w="254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0000" tIns="60876" rIns="90000" bIns="45000" anchor="ctr"/>
            <a:lstStyle/>
            <a:p>
              <a:pPr algn="ctr">
                <a:tabLst>
                  <a:tab pos="723900" algn="l"/>
                  <a:tab pos="1447800" algn="l"/>
                  <a:tab pos="2171700" algn="l"/>
                  <a:tab pos="2895600" algn="l"/>
                </a:tabLst>
              </a:pPr>
              <a:r>
                <a:rPr lang="en-US" sz="2000" dirty="0">
                  <a:solidFill>
                    <a:srgbClr val="000000"/>
                  </a:solidFill>
                  <a:latin typeface="Calibri" panose="020F0502020204030204" pitchFamily="34" charset="0"/>
                  <a:cs typeface="Arial"/>
                </a:rPr>
                <a:t>Heap</a:t>
              </a:r>
            </a:p>
          </p:txBody>
        </p:sp>
        <p:sp>
          <p:nvSpPr>
            <p:cNvPr id="29" name="Rectangle 6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4021773" y="2695103"/>
              <a:ext cx="1463040" cy="1159357"/>
            </a:xfrm>
            <a:prstGeom prst="rect">
              <a:avLst/>
            </a:prstGeom>
            <a:solidFill>
              <a:srgbClr val="F2F2F2"/>
            </a:solidFill>
            <a:ln w="254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000" dirty="0">
                <a:latin typeface="Calibri" panose="020F0502020204030204" pitchFamily="34" charset="0"/>
                <a:cs typeface="Arial"/>
              </a:endParaRPr>
            </a:p>
          </p:txBody>
        </p:sp>
        <p:sp>
          <p:nvSpPr>
            <p:cNvPr id="30" name="Rectangle 7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4021773" y="2128028"/>
              <a:ext cx="1463040" cy="567075"/>
            </a:xfrm>
            <a:prstGeom prst="rect">
              <a:avLst/>
            </a:prstGeom>
            <a:solidFill>
              <a:srgbClr val="FF950E">
                <a:alpha val="50000"/>
              </a:srgbClr>
            </a:solidFill>
            <a:ln w="254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0000" tIns="60876" rIns="90000" bIns="45000" anchor="ctr"/>
            <a:lstStyle/>
            <a:p>
              <a:pPr algn="ctr">
                <a:tabLst>
                  <a:tab pos="723900" algn="l"/>
                  <a:tab pos="1447800" algn="l"/>
                  <a:tab pos="2171700" algn="l"/>
                  <a:tab pos="2895600" algn="l"/>
                </a:tabLst>
              </a:pPr>
              <a:r>
                <a:rPr lang="en-US" sz="2000" dirty="0">
                  <a:solidFill>
                    <a:srgbClr val="000000"/>
                  </a:solidFill>
                  <a:latin typeface="Calibri" panose="020F0502020204030204" pitchFamily="34" charset="0"/>
                  <a:cs typeface="Arial"/>
                </a:rPr>
                <a:t>Stack</a:t>
              </a:r>
            </a:p>
          </p:txBody>
        </p:sp>
        <p:sp>
          <p:nvSpPr>
            <p:cNvPr id="31" name="Line 8"/>
            <p:cNvSpPr>
              <a:spLocks noChangeShapeType="1"/>
            </p:cNvSpPr>
            <p:nvPr>
              <p:custDataLst>
                <p:tags r:id="rId13"/>
              </p:custDataLst>
            </p:nvPr>
          </p:nvSpPr>
          <p:spPr bwMode="auto">
            <a:xfrm rot="10800000" flipV="1">
              <a:off x="4753293" y="2705362"/>
              <a:ext cx="0" cy="39749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>
                <a:latin typeface="Calibri" panose="020F0502020204030204" pitchFamily="34" charset="0"/>
                <a:cs typeface="Arial"/>
              </a:endParaRPr>
            </a:p>
          </p:txBody>
        </p:sp>
        <p:sp>
          <p:nvSpPr>
            <p:cNvPr id="32" name="Line 8"/>
            <p:cNvSpPr>
              <a:spLocks noChangeShapeType="1"/>
            </p:cNvSpPr>
            <p:nvPr>
              <p:custDataLst>
                <p:tags r:id="rId14"/>
              </p:custDataLst>
            </p:nvPr>
          </p:nvSpPr>
          <p:spPr bwMode="auto">
            <a:xfrm rot="10800000">
              <a:off x="4763278" y="3450862"/>
              <a:ext cx="0" cy="39749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>
                <a:latin typeface="Calibri" panose="020F0502020204030204" pitchFamily="34" charset="0"/>
                <a:cs typeface="Arial"/>
              </a:endParaRPr>
            </a:p>
          </p:txBody>
        </p:sp>
      </p:grpSp>
      <p:sp>
        <p:nvSpPr>
          <p:cNvPr id="33" name="Text Box 13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8097755" y="5978526"/>
            <a:ext cx="306388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60876" rIns="90000" bIns="45000"/>
          <a:lstStyle/>
          <a:p>
            <a:r>
              <a:rPr lang="en-US" sz="2000" dirty="0">
                <a:solidFill>
                  <a:srgbClr val="000000"/>
                </a:solidFill>
                <a:latin typeface="Comic Sans MS" panose="030F0902030302020204" pitchFamily="66" charset="0"/>
                <a:cs typeface="Arial"/>
              </a:rPr>
              <a:t>0</a:t>
            </a:r>
          </a:p>
        </p:txBody>
      </p:sp>
      <p:sp>
        <p:nvSpPr>
          <p:cNvPr id="34" name="Text Box 14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7772401" y="1746251"/>
            <a:ext cx="60642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60876" rIns="90000" bIns="45000"/>
          <a:lstStyle/>
          <a:p>
            <a:r>
              <a:rPr lang="en-US" sz="2000" dirty="0">
                <a:solidFill>
                  <a:srgbClr val="000000"/>
                </a:solidFill>
                <a:latin typeface="Comic Sans MS" panose="030F0902030302020204" pitchFamily="66" charset="0"/>
                <a:cs typeface="Arial"/>
              </a:rPr>
              <a:t>2</a:t>
            </a:r>
            <a:r>
              <a:rPr lang="en-US" sz="2000" baseline="33000" dirty="0">
                <a:solidFill>
                  <a:srgbClr val="000000"/>
                </a:solidFill>
                <a:latin typeface="Comic Sans MS" panose="030F0902030302020204" pitchFamily="66" charset="0"/>
                <a:cs typeface="Arial"/>
              </a:rPr>
              <a:t>N</a:t>
            </a:r>
            <a:r>
              <a:rPr lang="en-US" sz="2000" dirty="0">
                <a:solidFill>
                  <a:srgbClr val="000000"/>
                </a:solidFill>
                <a:latin typeface="Comic Sans MS" panose="030F0902030302020204" pitchFamily="66" charset="0"/>
                <a:cs typeface="Arial"/>
              </a:rPr>
              <a:t>-1</a:t>
            </a:r>
          </a:p>
        </p:txBody>
      </p:sp>
      <p:sp>
        <p:nvSpPr>
          <p:cNvPr id="35" name="Line 15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8556543" y="1863725"/>
            <a:ext cx="1" cy="4449564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headEnd type="triangle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Calibri" panose="020F0502020204030204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8450437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uiExpand="1" build="p"/>
      <p:bldP spid="21" grpId="0"/>
      <p:bldP spid="33" grpId="0"/>
      <p:bldP spid="34" grpId="0"/>
      <p:bldP spid="3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x86-64 Linux Memory Layout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411480" y="1066800"/>
            <a:ext cx="9875520" cy="5447049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dirty="0"/>
              <a:t>Stack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Runtime stack (8MB limit)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e.g., local variables</a:t>
            </a:r>
          </a:p>
          <a:p>
            <a:pPr>
              <a:lnSpc>
                <a:spcPct val="110000"/>
              </a:lnSpc>
            </a:pPr>
            <a:r>
              <a:rPr lang="en-US" dirty="0"/>
              <a:t>Heap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Dynamically allocated as needed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When call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malloc()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new()</a:t>
            </a:r>
          </a:p>
          <a:p>
            <a:pPr>
              <a:lnSpc>
                <a:spcPct val="110000"/>
              </a:lnSpc>
            </a:pPr>
            <a:r>
              <a:rPr lang="en-US" dirty="0"/>
              <a:t>Data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Statically allocated data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e.g., global/static vars, string constants</a:t>
            </a:r>
          </a:p>
          <a:p>
            <a:pPr>
              <a:lnSpc>
                <a:spcPct val="110000"/>
              </a:lnSpc>
            </a:pPr>
            <a:r>
              <a:rPr lang="en-US" dirty="0"/>
              <a:t>Text / Shared Libraries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Executable machine instructions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Read-only</a:t>
            </a:r>
          </a:p>
        </p:txBody>
      </p:sp>
      <p:sp>
        <p:nvSpPr>
          <p:cNvPr id="10244" name="Text Box 5"/>
          <p:cNvSpPr txBox="1">
            <a:spLocks noChangeArrowheads="1"/>
          </p:cNvSpPr>
          <p:nvPr/>
        </p:nvSpPr>
        <p:spPr bwMode="auto">
          <a:xfrm>
            <a:off x="4845111" y="6184882"/>
            <a:ext cx="2133600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eaLnBrk="0" hangingPunct="0"/>
            <a:r>
              <a:rPr lang="en-US" sz="1800" dirty="0">
                <a:latin typeface="Calibri" pitchFamily="34" charset="0"/>
              </a:rPr>
              <a:t>Hex Address</a:t>
            </a:r>
          </a:p>
        </p:txBody>
      </p:sp>
      <p:sp>
        <p:nvSpPr>
          <p:cNvPr id="10245" name="Text Box 12"/>
          <p:cNvSpPr txBox="1">
            <a:spLocks noChangeArrowheads="1"/>
          </p:cNvSpPr>
          <p:nvPr/>
        </p:nvSpPr>
        <p:spPr bwMode="auto">
          <a:xfrm>
            <a:off x="6593143" y="1615503"/>
            <a:ext cx="2159566" cy="5847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 eaLnBrk="0" hangingPunct="0"/>
            <a:r>
              <a:rPr lang="en-US" sz="1600" dirty="0">
                <a:latin typeface="Courier New" pitchFamily="49" charset="0"/>
              </a:rPr>
              <a:t>00007FFFFFFFFFFF</a:t>
            </a:r>
          </a:p>
          <a:p>
            <a:pPr algn="r" eaLnBrk="0" hangingPunct="0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(= 2</a:t>
            </a:r>
            <a:r>
              <a:rPr lang="en-US" sz="16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47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–1)</a:t>
            </a:r>
          </a:p>
        </p:txBody>
      </p:sp>
      <p:sp>
        <p:nvSpPr>
          <p:cNvPr id="10246" name="Text Box 19"/>
          <p:cNvSpPr txBox="1">
            <a:spLocks noChangeArrowheads="1"/>
          </p:cNvSpPr>
          <p:nvPr/>
        </p:nvSpPr>
        <p:spPr bwMode="auto">
          <a:xfrm>
            <a:off x="7749672" y="6412468"/>
            <a:ext cx="1015798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 eaLnBrk="0" hangingPunct="0"/>
            <a:r>
              <a:rPr lang="en-US" sz="1800" dirty="0">
                <a:latin typeface="Courier New" pitchFamily="49" charset="0"/>
              </a:rPr>
              <a:t>000000</a:t>
            </a:r>
          </a:p>
        </p:txBody>
      </p:sp>
      <p:sp>
        <p:nvSpPr>
          <p:cNvPr id="348180" name="Rectangle 20"/>
          <p:cNvSpPr>
            <a:spLocks noChangeArrowheads="1"/>
          </p:cNvSpPr>
          <p:nvPr/>
        </p:nvSpPr>
        <p:spPr bwMode="auto">
          <a:xfrm>
            <a:off x="8752709" y="1767902"/>
            <a:ext cx="1447800" cy="487418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endParaRPr lang="en-US" sz="2000" dirty="0">
              <a:latin typeface="Calibri" pitchFamily="34" charset="0"/>
            </a:endParaRPr>
          </a:p>
        </p:txBody>
      </p:sp>
      <p:sp>
        <p:nvSpPr>
          <p:cNvPr id="348181" name="Rectangle 21"/>
          <p:cNvSpPr>
            <a:spLocks noChangeArrowheads="1"/>
          </p:cNvSpPr>
          <p:nvPr/>
        </p:nvSpPr>
        <p:spPr bwMode="auto">
          <a:xfrm>
            <a:off x="8752709" y="2377502"/>
            <a:ext cx="1447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sz="1800" dirty="0">
                <a:latin typeface="Calibri" pitchFamily="34" charset="0"/>
              </a:rPr>
              <a:t>Stack</a:t>
            </a:r>
          </a:p>
        </p:txBody>
      </p:sp>
      <p:sp>
        <p:nvSpPr>
          <p:cNvPr id="10249" name="Rectangle 23"/>
          <p:cNvSpPr>
            <a:spLocks noChangeArrowheads="1"/>
          </p:cNvSpPr>
          <p:nvPr/>
        </p:nvSpPr>
        <p:spPr bwMode="auto">
          <a:xfrm>
            <a:off x="8752709" y="6032482"/>
            <a:ext cx="1447800" cy="304800"/>
          </a:xfrm>
          <a:prstGeom prst="rect">
            <a:avLst/>
          </a:prstGeom>
          <a:solidFill>
            <a:srgbClr val="F6F5B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800">
                <a:latin typeface="Calibri" pitchFamily="34" charset="0"/>
              </a:rPr>
              <a:t>Text</a:t>
            </a:r>
          </a:p>
        </p:txBody>
      </p:sp>
      <p:sp>
        <p:nvSpPr>
          <p:cNvPr id="10250" name="Rectangle 24"/>
          <p:cNvSpPr>
            <a:spLocks noChangeArrowheads="1"/>
          </p:cNvSpPr>
          <p:nvPr/>
        </p:nvSpPr>
        <p:spPr bwMode="auto">
          <a:xfrm>
            <a:off x="8752709" y="5727682"/>
            <a:ext cx="1447800" cy="304800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800">
                <a:latin typeface="Calibri" pitchFamily="34" charset="0"/>
              </a:rPr>
              <a:t>Data</a:t>
            </a:r>
          </a:p>
        </p:txBody>
      </p:sp>
      <p:sp>
        <p:nvSpPr>
          <p:cNvPr id="10251" name="Rectangle 25"/>
          <p:cNvSpPr>
            <a:spLocks noChangeArrowheads="1"/>
          </p:cNvSpPr>
          <p:nvPr/>
        </p:nvSpPr>
        <p:spPr bwMode="auto">
          <a:xfrm>
            <a:off x="8752709" y="5120702"/>
            <a:ext cx="1447800" cy="606980"/>
          </a:xfrm>
          <a:prstGeom prst="rect">
            <a:avLst/>
          </a:prstGeom>
          <a:solidFill>
            <a:srgbClr val="D5F1C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800" dirty="0">
                <a:latin typeface="Calibri" pitchFamily="34" charset="0"/>
              </a:rPr>
              <a:t>Heap</a:t>
            </a:r>
          </a:p>
        </p:txBody>
      </p:sp>
      <p:sp>
        <p:nvSpPr>
          <p:cNvPr id="10252" name="Text Box 27"/>
          <p:cNvSpPr txBox="1">
            <a:spLocks noChangeArrowheads="1"/>
          </p:cNvSpPr>
          <p:nvPr/>
        </p:nvSpPr>
        <p:spPr bwMode="auto">
          <a:xfrm>
            <a:off x="7736911" y="6184882"/>
            <a:ext cx="1015798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 eaLnBrk="0" hangingPunct="0"/>
            <a:r>
              <a:rPr lang="en-US" sz="1800" b="1" dirty="0">
                <a:latin typeface="Courier New" pitchFamily="49" charset="0"/>
              </a:rPr>
              <a:t>400000</a:t>
            </a:r>
          </a:p>
        </p:txBody>
      </p:sp>
      <p:sp>
        <p:nvSpPr>
          <p:cNvPr id="10253" name="Line 34"/>
          <p:cNvSpPr>
            <a:spLocks noChangeShapeType="1"/>
          </p:cNvSpPr>
          <p:nvPr/>
        </p:nvSpPr>
        <p:spPr bwMode="auto">
          <a:xfrm>
            <a:off x="9476609" y="2758502"/>
            <a:ext cx="0" cy="457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</p:spPr>
        <p:txBody>
          <a:bodyPr wrap="none" lIns="45720" rIns="45720" anchor="ctr">
            <a:spAutoFit/>
          </a:bodyPr>
          <a:lstStyle/>
          <a:p>
            <a:endParaRPr lang="en-US"/>
          </a:p>
        </p:txBody>
      </p:sp>
      <p:sp>
        <p:nvSpPr>
          <p:cNvPr id="10254" name="Line 35"/>
          <p:cNvSpPr>
            <a:spLocks noChangeShapeType="1"/>
          </p:cNvSpPr>
          <p:nvPr/>
        </p:nvSpPr>
        <p:spPr bwMode="auto">
          <a:xfrm flipV="1">
            <a:off x="9476609" y="4892102"/>
            <a:ext cx="0" cy="228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</p:spPr>
        <p:txBody>
          <a:bodyPr wrap="none" lIns="45720" rIns="45720" anchor="ctr">
            <a:spAutoFit/>
          </a:bodyPr>
          <a:lstStyle/>
          <a:p>
            <a:endParaRPr lang="en-US"/>
          </a:p>
        </p:txBody>
      </p:sp>
      <p:sp>
        <p:nvSpPr>
          <p:cNvPr id="16" name="Right Arrow 15"/>
          <p:cNvSpPr/>
          <p:nvPr/>
        </p:nvSpPr>
        <p:spPr bwMode="auto">
          <a:xfrm>
            <a:off x="7076309" y="6130907"/>
            <a:ext cx="609600" cy="457200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anchor="ctr" anchorCtr="1"/>
          <a:lstStyle/>
          <a:p>
            <a:pPr algn="ctr" eaLnBrk="0" hangingPunct="0">
              <a:defRPr/>
            </a:pPr>
            <a:endParaRPr lang="en-US" dirty="0">
              <a:latin typeface="Calibri" pitchFamily="34" charset="0"/>
            </a:endParaRPr>
          </a:p>
        </p:txBody>
      </p:sp>
      <p:cxnSp>
        <p:nvCxnSpPr>
          <p:cNvPr id="18" name="Straight Connector 17"/>
          <p:cNvCxnSpPr/>
          <p:nvPr/>
        </p:nvCxnSpPr>
        <p:spPr bwMode="auto">
          <a:xfrm>
            <a:off x="8752709" y="3518916"/>
            <a:ext cx="1447800" cy="1587"/>
          </a:xfrm>
          <a:prstGeom prst="line">
            <a:avLst/>
          </a:prstGeom>
          <a:noFill/>
          <a:ln w="254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257" name="AutoShape 16"/>
          <p:cNvSpPr>
            <a:spLocks/>
          </p:cNvSpPr>
          <p:nvPr/>
        </p:nvSpPr>
        <p:spPr bwMode="auto">
          <a:xfrm rot="10800000" flipH="1">
            <a:off x="8474130" y="2379088"/>
            <a:ext cx="288870" cy="1141413"/>
          </a:xfrm>
          <a:prstGeom prst="leftBrace">
            <a:avLst>
              <a:gd name="adj1" fmla="val 75011"/>
              <a:gd name="adj2" fmla="val 48158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 sz="1800">
              <a:latin typeface="Calibri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872468" y="2811365"/>
            <a:ext cx="633412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1800" kern="0" dirty="0">
                <a:solidFill>
                  <a:srgbClr val="000000"/>
                </a:solidFill>
                <a:latin typeface="Calibri" pitchFamily="34" charset="0"/>
              </a:rPr>
              <a:t>8MB</a:t>
            </a:r>
            <a:endParaRPr lang="en-US" dirty="0">
              <a:latin typeface="Calibri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718550" y="1371600"/>
            <a:ext cx="1949450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1800" i="1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</a:rPr>
              <a:t>not drawn to scale</a:t>
            </a:r>
          </a:p>
        </p:txBody>
      </p:sp>
      <p:sp>
        <p:nvSpPr>
          <p:cNvPr id="22" name="Rectangle 25"/>
          <p:cNvSpPr>
            <a:spLocks noChangeArrowheads="1"/>
          </p:cNvSpPr>
          <p:nvPr/>
        </p:nvSpPr>
        <p:spPr bwMode="auto">
          <a:xfrm>
            <a:off x="8752709" y="1767902"/>
            <a:ext cx="1447800" cy="609600"/>
          </a:xfrm>
          <a:prstGeom prst="rect">
            <a:avLst/>
          </a:prstGeom>
          <a:solidFill>
            <a:srgbClr val="D5F1C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800" dirty="0">
                <a:latin typeface="Calibri" pitchFamily="34" charset="0"/>
              </a:rPr>
              <a:t>Shared</a:t>
            </a:r>
          </a:p>
          <a:p>
            <a:pPr algn="ctr" eaLnBrk="0" hangingPunct="0"/>
            <a:r>
              <a:rPr lang="en-US" sz="1800" dirty="0">
                <a:latin typeface="Calibri" pitchFamily="34" charset="0"/>
              </a:rPr>
              <a:t>Libraries</a:t>
            </a:r>
          </a:p>
        </p:txBody>
      </p:sp>
      <p:sp>
        <p:nvSpPr>
          <p:cNvPr id="23" name="Text Box 12"/>
          <p:cNvSpPr txBox="1">
            <a:spLocks noChangeArrowheads="1"/>
          </p:cNvSpPr>
          <p:nvPr/>
        </p:nvSpPr>
        <p:spPr bwMode="auto">
          <a:xfrm>
            <a:off x="6593143" y="2236770"/>
            <a:ext cx="2159566" cy="33855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 eaLnBrk="0" hangingPunct="0"/>
            <a:r>
              <a:rPr lang="en-US" sz="1600" b="1" dirty="0">
                <a:latin typeface="Courier New" pitchFamily="49" charset="0"/>
              </a:rPr>
              <a:t>00007FFFF0000000</a:t>
            </a:r>
          </a:p>
        </p:txBody>
      </p:sp>
    </p:spTree>
    <p:extLst>
      <p:ext uri="{BB962C8B-B14F-4D97-AF65-F5344CB8AC3E}">
        <p14:creationId xmlns:p14="http://schemas.microsoft.com/office/powerpoint/2010/main" val="93367893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dirty="0"/>
              <a:t>Memory Allocation Example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  <p:custDataLst>
              <p:tags r:id="rId2"/>
            </p:custDataLst>
          </p:nvPr>
        </p:nvSpPr>
        <p:spPr>
          <a:xfrm>
            <a:off x="8534400" y="6492875"/>
            <a:ext cx="609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9pPr>
          </a:lstStyle>
          <a:p>
            <a:fld id="{7CBE8339-D2AD-46DC-A898-FD1E949067F0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1267" name="Rectangle 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094271" y="1303954"/>
            <a:ext cx="5791200" cy="479875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spAutoFit/>
          </a:bodyPr>
          <a:lstStyle/>
          <a:p>
            <a:pPr eaLnBrk="0" hangingPunct="0"/>
            <a:r>
              <a:rPr lang="fi-FI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fi-FI" dirty="0">
                <a:latin typeface="Courier New" panose="02070309020205020404" pitchFamily="49" charset="0"/>
                <a:cs typeface="Courier New" panose="02070309020205020404" pitchFamily="49" charset="0"/>
              </a:rPr>
              <a:t> big_array[1L&lt;&lt;24];  </a:t>
            </a:r>
            <a:r>
              <a:rPr lang="fi-FI" i="1" dirty="0">
                <a:latin typeface="Courier New" panose="02070309020205020404" pitchFamily="49" charset="0"/>
                <a:cs typeface="Courier New" panose="02070309020205020404" pitchFamily="49" charset="0"/>
              </a:rPr>
              <a:t>/* 16 MB */</a:t>
            </a:r>
          </a:p>
          <a:p>
            <a:pPr eaLnBrk="0" hangingPunct="0"/>
            <a:r>
              <a:rPr lang="fi-FI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fi-FI" dirty="0">
                <a:latin typeface="Courier New" panose="02070309020205020404" pitchFamily="49" charset="0"/>
                <a:cs typeface="Courier New" panose="02070309020205020404" pitchFamily="49" charset="0"/>
              </a:rPr>
              <a:t> huge_array[1L&lt;&lt;31]; </a:t>
            </a:r>
            <a:r>
              <a:rPr lang="fi-FI" i="1" dirty="0">
                <a:latin typeface="Courier New" panose="02070309020205020404" pitchFamily="49" charset="0"/>
                <a:cs typeface="Courier New" panose="02070309020205020404" pitchFamily="49" charset="0"/>
              </a:rPr>
              <a:t>/*  2 GB */</a:t>
            </a:r>
          </a:p>
          <a:p>
            <a:pPr eaLnBrk="0" hangingPunct="0"/>
            <a:endParaRPr lang="fi-FI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0" hangingPunct="0"/>
            <a:r>
              <a:rPr lang="fi-FI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i-FI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i-FI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global</a:t>
            </a:r>
            <a:r>
              <a:rPr lang="fi-FI" dirty="0"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</a:p>
          <a:p>
            <a:pPr eaLnBrk="0" hangingPunct="0"/>
            <a:endParaRPr lang="fi-FI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0" hangingPunct="0"/>
            <a:r>
              <a:rPr lang="fi-FI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i-FI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i-FI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useless</a:t>
            </a:r>
            <a:r>
              <a:rPr lang="fi-FI" dirty="0">
                <a:latin typeface="Courier New" panose="02070309020205020404" pitchFamily="49" charset="0"/>
                <a:cs typeface="Courier New" panose="02070309020205020404" pitchFamily="49" charset="0"/>
              </a:rPr>
              <a:t>() { </a:t>
            </a:r>
            <a:r>
              <a:rPr lang="fi-FI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fi-FI" dirty="0">
                <a:latin typeface="Courier New" panose="02070309020205020404" pitchFamily="49" charset="0"/>
                <a:cs typeface="Courier New" panose="02070309020205020404" pitchFamily="49" charset="0"/>
              </a:rPr>
              <a:t> 0; }</a:t>
            </a:r>
          </a:p>
          <a:p>
            <a:pPr eaLnBrk="0" hangingPunct="0"/>
            <a:endParaRPr lang="fi-FI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0" hangingPunct="0"/>
            <a:r>
              <a:rPr lang="fi-FI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</a:t>
            </a:r>
          </a:p>
          <a:p>
            <a:pPr eaLnBrk="0" hangingPunct="0"/>
            <a:r>
              <a:rPr lang="fi-FI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eaLnBrk="0" hangingPunct="0"/>
            <a:r>
              <a:rPr lang="fi-FI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i-FI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fi-FI" dirty="0">
                <a:latin typeface="Courier New" panose="02070309020205020404" pitchFamily="49" charset="0"/>
                <a:cs typeface="Courier New" panose="02070309020205020404" pitchFamily="49" charset="0"/>
              </a:rPr>
              <a:t> *p1, *p2, *p3, *p4;</a:t>
            </a:r>
          </a:p>
          <a:p>
            <a:pPr eaLnBrk="0" hangingPunct="0"/>
            <a:r>
              <a:rPr lang="fi-FI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i-FI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i-FI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i-FI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local</a:t>
            </a:r>
            <a:r>
              <a:rPr lang="fi-FI" dirty="0"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</a:p>
          <a:p>
            <a:pPr eaLnBrk="0" hangingPunct="0"/>
            <a:r>
              <a:rPr lang="fi-FI" dirty="0">
                <a:latin typeface="Courier New" panose="02070309020205020404" pitchFamily="49" charset="0"/>
                <a:cs typeface="Courier New" panose="02070309020205020404" pitchFamily="49" charset="0"/>
              </a:rPr>
              <a:t>    p1 = malloc(1L &lt;&lt; 28); </a:t>
            </a:r>
            <a:r>
              <a:rPr lang="fi-FI" i="1" dirty="0">
                <a:latin typeface="Courier New" panose="02070309020205020404" pitchFamily="49" charset="0"/>
                <a:cs typeface="Courier New" panose="02070309020205020404" pitchFamily="49" charset="0"/>
              </a:rPr>
              <a:t>/* 256 MB */</a:t>
            </a:r>
          </a:p>
          <a:p>
            <a:pPr eaLnBrk="0" hangingPunct="0"/>
            <a:r>
              <a:rPr lang="fi-FI" dirty="0">
                <a:latin typeface="Courier New" panose="02070309020205020404" pitchFamily="49" charset="0"/>
                <a:cs typeface="Courier New" panose="02070309020205020404" pitchFamily="49" charset="0"/>
              </a:rPr>
              <a:t>    p2 = malloc(1L &lt;&lt; 8);  </a:t>
            </a:r>
            <a:r>
              <a:rPr lang="fi-FI" i="1" dirty="0">
                <a:latin typeface="Courier New" panose="02070309020205020404" pitchFamily="49" charset="0"/>
                <a:cs typeface="Courier New" panose="02070309020205020404" pitchFamily="49" charset="0"/>
              </a:rPr>
              <a:t>/* 256  B */</a:t>
            </a:r>
          </a:p>
          <a:p>
            <a:pPr eaLnBrk="0" hangingPunct="0"/>
            <a:r>
              <a:rPr lang="fi-FI" dirty="0">
                <a:latin typeface="Courier New" panose="02070309020205020404" pitchFamily="49" charset="0"/>
                <a:cs typeface="Courier New" panose="02070309020205020404" pitchFamily="49" charset="0"/>
              </a:rPr>
              <a:t>    p3 = malloc(1L &lt;&lt; 32); </a:t>
            </a:r>
            <a:r>
              <a:rPr lang="fi-FI" i="1" dirty="0">
                <a:latin typeface="Courier New" panose="02070309020205020404" pitchFamily="49" charset="0"/>
                <a:cs typeface="Courier New" panose="02070309020205020404" pitchFamily="49" charset="0"/>
              </a:rPr>
              <a:t>/*   4 GB */</a:t>
            </a:r>
          </a:p>
          <a:p>
            <a:pPr eaLnBrk="0" hangingPunct="0"/>
            <a:r>
              <a:rPr lang="fi-FI" dirty="0">
                <a:latin typeface="Courier New" panose="02070309020205020404" pitchFamily="49" charset="0"/>
                <a:cs typeface="Courier New" panose="02070309020205020404" pitchFamily="49" charset="0"/>
              </a:rPr>
              <a:t>    p4 = malloc(1L &lt;&lt; 8);  </a:t>
            </a:r>
            <a:r>
              <a:rPr lang="fi-FI" i="1" dirty="0">
                <a:latin typeface="Courier New" panose="02070309020205020404" pitchFamily="49" charset="0"/>
                <a:cs typeface="Courier New" panose="02070309020205020404" pitchFamily="49" charset="0"/>
              </a:rPr>
              <a:t>/* 256  B */</a:t>
            </a:r>
          </a:p>
          <a:p>
            <a:pPr eaLnBrk="0" hangingPunct="0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/* Some print statements ... */</a:t>
            </a:r>
          </a:p>
          <a:p>
            <a:pPr eaLnBrk="0" hangingPunct="0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5" name="TextBox 14"/>
          <p:cNvSpPr txBox="1"/>
          <p:nvPr>
            <p:custDataLst>
              <p:tags r:id="rId4"/>
            </p:custDataLst>
          </p:nvPr>
        </p:nvSpPr>
        <p:spPr>
          <a:xfrm>
            <a:off x="8294688" y="304800"/>
            <a:ext cx="1949450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not drawn to scale</a:t>
            </a:r>
          </a:p>
        </p:txBody>
      </p:sp>
      <p:sp>
        <p:nvSpPr>
          <p:cNvPr id="16" name="TextBox 15"/>
          <p:cNvSpPr txBox="1"/>
          <p:nvPr>
            <p:custDataLst>
              <p:tags r:id="rId5"/>
            </p:custDataLst>
          </p:nvPr>
        </p:nvSpPr>
        <p:spPr>
          <a:xfrm>
            <a:off x="2094271" y="6199587"/>
            <a:ext cx="274075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Where does everything go?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8382000" y="1041956"/>
            <a:ext cx="1447800" cy="5584825"/>
            <a:chOff x="6858000" y="1041955"/>
            <a:chExt cx="1447800" cy="5584825"/>
          </a:xfrm>
        </p:grpSpPr>
        <p:sp>
          <p:nvSpPr>
            <p:cNvPr id="17" name="Rectangle 20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6858000" y="1041955"/>
              <a:ext cx="1447800" cy="558482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8" name="Rectangle 21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6858000" y="1171575"/>
              <a:ext cx="1447800" cy="381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r>
                <a:rPr lang="en-US" dirty="0">
                  <a:latin typeface="Calibri" pitchFamily="34" charset="0"/>
                </a:rPr>
                <a:t>Stack</a:t>
              </a:r>
            </a:p>
          </p:txBody>
        </p:sp>
        <p:sp>
          <p:nvSpPr>
            <p:cNvPr id="19" name="Rectangle 23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6858000" y="6017180"/>
              <a:ext cx="1447800" cy="304800"/>
            </a:xfrm>
            <a:prstGeom prst="rect">
              <a:avLst/>
            </a:prstGeom>
            <a:solidFill>
              <a:srgbClr val="F6F5BD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r>
                <a:rPr lang="en-US" dirty="0">
                  <a:latin typeface="Calibri" pitchFamily="34" charset="0"/>
                </a:rPr>
                <a:t>Instructions</a:t>
              </a:r>
            </a:p>
          </p:txBody>
        </p:sp>
        <p:sp>
          <p:nvSpPr>
            <p:cNvPr id="20" name="Rectangle 24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6858000" y="5712380"/>
              <a:ext cx="1447800" cy="304800"/>
            </a:xfrm>
            <a:prstGeom prst="rect">
              <a:avLst/>
            </a:prstGeom>
            <a:solidFill>
              <a:srgbClr val="F1C7C7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r>
                <a:rPr lang="en-US">
                  <a:latin typeface="Calibri" pitchFamily="34" charset="0"/>
                </a:rPr>
                <a:t>Data</a:t>
              </a:r>
            </a:p>
          </p:txBody>
        </p:sp>
        <p:sp>
          <p:nvSpPr>
            <p:cNvPr id="21" name="Rectangle 25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6858000" y="5105400"/>
              <a:ext cx="1447800" cy="606980"/>
            </a:xfrm>
            <a:prstGeom prst="rect">
              <a:avLst/>
            </a:prstGeom>
            <a:solidFill>
              <a:srgbClr val="D5F1C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r>
                <a:rPr lang="en-US" dirty="0">
                  <a:latin typeface="Calibri" pitchFamily="34" charset="0"/>
                </a:rPr>
                <a:t>Heap</a:t>
              </a:r>
            </a:p>
          </p:txBody>
        </p:sp>
        <p:sp>
          <p:nvSpPr>
            <p:cNvPr id="22" name="Line 34"/>
            <p:cNvSpPr>
              <a:spLocks noChangeShapeType="1"/>
            </p:cNvSpPr>
            <p:nvPr>
              <p:custDataLst>
                <p:tags r:id="rId11"/>
              </p:custDataLst>
            </p:nvPr>
          </p:nvSpPr>
          <p:spPr bwMode="auto">
            <a:xfrm>
              <a:off x="7581900" y="1552575"/>
              <a:ext cx="0" cy="45720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</p:spPr>
          <p:txBody>
            <a:bodyPr wrap="none" lIns="45720" rIns="45720" anchor="ctr">
              <a:spAutoFit/>
            </a:bodyPr>
            <a:lstStyle/>
            <a:p>
              <a:endParaRPr lang="en-US" dirty="0">
                <a:latin typeface="Calibri" panose="020F0502020204030204" pitchFamily="34" charset="0"/>
              </a:endParaRPr>
            </a:p>
          </p:txBody>
        </p:sp>
        <p:sp>
          <p:nvSpPr>
            <p:cNvPr id="23" name="Line 35"/>
            <p:cNvSpPr>
              <a:spLocks noChangeShapeType="1"/>
            </p:cNvSpPr>
            <p:nvPr>
              <p:custDataLst>
                <p:tags r:id="rId12"/>
              </p:custDataLst>
            </p:nvPr>
          </p:nvSpPr>
          <p:spPr bwMode="auto">
            <a:xfrm flipV="1">
              <a:off x="7581900" y="4876800"/>
              <a:ext cx="0" cy="22860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</p:spPr>
          <p:txBody>
            <a:bodyPr wrap="none" lIns="45720" rIns="45720" anchor="ctr">
              <a:spAutoFit/>
            </a:bodyPr>
            <a:lstStyle/>
            <a:p>
              <a:endParaRPr lang="en-US" dirty="0">
                <a:latin typeface="Calibri" panose="020F0502020204030204" pitchFamily="34" charset="0"/>
              </a:endParaRPr>
            </a:p>
          </p:txBody>
        </p:sp>
        <p:cxnSp>
          <p:nvCxnSpPr>
            <p:cNvPr id="24" name="Straight Connector 23"/>
            <p:cNvCxnSpPr/>
            <p:nvPr>
              <p:custDataLst>
                <p:tags r:id="rId13"/>
              </p:custDataLst>
            </p:nvPr>
          </p:nvCxnSpPr>
          <p:spPr bwMode="auto">
            <a:xfrm>
              <a:off x="6858000" y="2312988"/>
              <a:ext cx="1447800" cy="1587"/>
            </a:xfrm>
            <a:prstGeom prst="line">
              <a:avLst/>
            </a:prstGeom>
            <a:noFill/>
            <a:ln w="254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5" name="Rectangle 25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6858000" y="3224767"/>
              <a:ext cx="1447800" cy="609600"/>
            </a:xfrm>
            <a:prstGeom prst="rect">
              <a:avLst/>
            </a:prstGeom>
            <a:solidFill>
              <a:srgbClr val="D5F1C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latin typeface="Calibri" pitchFamily="34" charset="0"/>
                </a:rPr>
                <a:t>Shared</a:t>
              </a:r>
            </a:p>
            <a:p>
              <a:pPr algn="ctr" eaLnBrk="0" hangingPunct="0"/>
              <a:r>
                <a:rPr lang="en-US" dirty="0">
                  <a:latin typeface="Calibri" pitchFamily="34" charset="0"/>
                </a:rPr>
                <a:t>Libraries</a:t>
              </a:r>
            </a:p>
          </p:txBody>
        </p:sp>
        <p:sp>
          <p:nvSpPr>
            <p:cNvPr id="26" name="Rectangle 25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6858000" y="2159555"/>
              <a:ext cx="1447800" cy="1083039"/>
            </a:xfrm>
            <a:prstGeom prst="rect">
              <a:avLst/>
            </a:prstGeom>
            <a:solidFill>
              <a:schemeClr val="bg2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r>
                <a:rPr lang="en-US" dirty="0">
                  <a:latin typeface="Calibri" pitchFamily="34" charset="0"/>
                </a:rPr>
                <a:t>Other stuff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7318226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Memory Allocation Example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  <p:custDataLst>
              <p:tags r:id="rId2"/>
            </p:custDataLst>
          </p:nvPr>
        </p:nvSpPr>
        <p:spPr>
          <a:xfrm>
            <a:off x="8534400" y="6492875"/>
            <a:ext cx="609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9pPr>
          </a:lstStyle>
          <a:p>
            <a:fld id="{7CBE8339-D2AD-46DC-A898-FD1E949067F0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1267" name="Rectangle 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094271" y="1303954"/>
            <a:ext cx="5791200" cy="479875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spAutoFit/>
          </a:bodyPr>
          <a:lstStyle/>
          <a:p>
            <a:pPr eaLnBrk="0" hangingPunct="0"/>
            <a:r>
              <a:rPr lang="fi-FI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fi-FI" dirty="0">
                <a:latin typeface="Courier New" panose="02070309020205020404" pitchFamily="49" charset="0"/>
                <a:cs typeface="Courier New" panose="02070309020205020404" pitchFamily="49" charset="0"/>
              </a:rPr>
              <a:t> big_array[1L&lt;&lt;24];  </a:t>
            </a:r>
            <a:r>
              <a:rPr lang="fi-FI" i="1" dirty="0">
                <a:latin typeface="Courier New" panose="02070309020205020404" pitchFamily="49" charset="0"/>
                <a:cs typeface="Courier New" panose="02070309020205020404" pitchFamily="49" charset="0"/>
              </a:rPr>
              <a:t>/* 16 MB */</a:t>
            </a:r>
          </a:p>
          <a:p>
            <a:pPr eaLnBrk="0" hangingPunct="0"/>
            <a:r>
              <a:rPr lang="fi-FI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fi-FI" dirty="0">
                <a:latin typeface="Courier New" panose="02070309020205020404" pitchFamily="49" charset="0"/>
                <a:cs typeface="Courier New" panose="02070309020205020404" pitchFamily="49" charset="0"/>
              </a:rPr>
              <a:t> huge_array[1L&lt;&lt;31]; </a:t>
            </a:r>
            <a:r>
              <a:rPr lang="fi-FI" i="1" dirty="0">
                <a:latin typeface="Courier New" panose="02070309020205020404" pitchFamily="49" charset="0"/>
                <a:cs typeface="Courier New" panose="02070309020205020404" pitchFamily="49" charset="0"/>
              </a:rPr>
              <a:t>/*  2 GB */</a:t>
            </a:r>
          </a:p>
          <a:p>
            <a:pPr eaLnBrk="0" hangingPunct="0"/>
            <a:endParaRPr lang="fi-FI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0" hangingPunct="0"/>
            <a:r>
              <a:rPr lang="fi-FI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i-FI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i-FI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global</a:t>
            </a:r>
            <a:r>
              <a:rPr lang="fi-FI" dirty="0"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</a:p>
          <a:p>
            <a:pPr eaLnBrk="0" hangingPunct="0"/>
            <a:endParaRPr lang="fi-FI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0" hangingPunct="0"/>
            <a:r>
              <a:rPr lang="fi-FI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i-FI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i-FI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useless</a:t>
            </a:r>
            <a:r>
              <a:rPr lang="fi-FI" dirty="0">
                <a:latin typeface="Courier New" panose="02070309020205020404" pitchFamily="49" charset="0"/>
                <a:cs typeface="Courier New" panose="02070309020205020404" pitchFamily="49" charset="0"/>
              </a:rPr>
              <a:t>() { </a:t>
            </a:r>
            <a:r>
              <a:rPr lang="fi-FI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fi-FI" dirty="0">
                <a:latin typeface="Courier New" panose="02070309020205020404" pitchFamily="49" charset="0"/>
                <a:cs typeface="Courier New" panose="02070309020205020404" pitchFamily="49" charset="0"/>
              </a:rPr>
              <a:t> 0; }</a:t>
            </a:r>
          </a:p>
          <a:p>
            <a:pPr eaLnBrk="0" hangingPunct="0"/>
            <a:endParaRPr lang="fi-FI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0" hangingPunct="0"/>
            <a:r>
              <a:rPr lang="fi-FI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</a:t>
            </a:r>
          </a:p>
          <a:p>
            <a:pPr eaLnBrk="0" hangingPunct="0"/>
            <a:r>
              <a:rPr lang="fi-FI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eaLnBrk="0" hangingPunct="0"/>
            <a:r>
              <a:rPr lang="fi-FI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i-FI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fi-FI" dirty="0">
                <a:latin typeface="Courier New" panose="02070309020205020404" pitchFamily="49" charset="0"/>
                <a:cs typeface="Courier New" panose="02070309020205020404" pitchFamily="49" charset="0"/>
              </a:rPr>
              <a:t> *p1, *p2, *p3, *p4;</a:t>
            </a:r>
          </a:p>
          <a:p>
            <a:pPr eaLnBrk="0" hangingPunct="0"/>
            <a:r>
              <a:rPr lang="fi-FI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i-FI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i-FI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i-FI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local</a:t>
            </a:r>
            <a:r>
              <a:rPr lang="fi-FI" dirty="0"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</a:p>
          <a:p>
            <a:pPr eaLnBrk="0" hangingPunct="0"/>
            <a:r>
              <a:rPr lang="fi-FI" dirty="0">
                <a:latin typeface="Courier New" panose="02070309020205020404" pitchFamily="49" charset="0"/>
                <a:cs typeface="Courier New" panose="02070309020205020404" pitchFamily="49" charset="0"/>
              </a:rPr>
              <a:t>    p1 = malloc(1L &lt;&lt; 8); </a:t>
            </a:r>
            <a:r>
              <a:rPr lang="fi-FI" i="1" dirty="0">
                <a:latin typeface="Courier New" panose="02070309020205020404" pitchFamily="49" charset="0"/>
                <a:cs typeface="Courier New" panose="02070309020205020404" pitchFamily="49" charset="0"/>
              </a:rPr>
              <a:t>/* 256 B */</a:t>
            </a:r>
          </a:p>
          <a:p>
            <a:pPr eaLnBrk="0" hangingPunct="0"/>
            <a:r>
              <a:rPr lang="fi-FI" dirty="0">
                <a:latin typeface="Courier New" panose="02070309020205020404" pitchFamily="49" charset="0"/>
                <a:cs typeface="Courier New" panose="02070309020205020404" pitchFamily="49" charset="0"/>
              </a:rPr>
              <a:t>    p2 = malloc(1L &lt;&lt; 8);  </a:t>
            </a:r>
            <a:r>
              <a:rPr lang="fi-FI" i="1" dirty="0">
                <a:latin typeface="Courier New" panose="02070309020205020404" pitchFamily="49" charset="0"/>
                <a:cs typeface="Courier New" panose="02070309020205020404" pitchFamily="49" charset="0"/>
              </a:rPr>
              <a:t>/* 256  B */</a:t>
            </a:r>
          </a:p>
          <a:p>
            <a:pPr eaLnBrk="0" hangingPunct="0"/>
            <a:r>
              <a:rPr lang="fi-FI" dirty="0">
                <a:latin typeface="Courier New" panose="02070309020205020404" pitchFamily="49" charset="0"/>
                <a:cs typeface="Courier New" panose="02070309020205020404" pitchFamily="49" charset="0"/>
              </a:rPr>
              <a:t>    p3 = malloc(1L &lt;&lt; 8); </a:t>
            </a:r>
            <a:r>
              <a:rPr lang="fi-FI" i="1" dirty="0">
                <a:latin typeface="Courier New" panose="02070309020205020404" pitchFamily="49" charset="0"/>
                <a:cs typeface="Courier New" panose="02070309020205020404" pitchFamily="49" charset="0"/>
              </a:rPr>
              <a:t>/*  256 B */</a:t>
            </a:r>
          </a:p>
          <a:p>
            <a:pPr eaLnBrk="0" hangingPunct="0"/>
            <a:r>
              <a:rPr lang="fi-FI" dirty="0">
                <a:latin typeface="Courier New" panose="02070309020205020404" pitchFamily="49" charset="0"/>
                <a:cs typeface="Courier New" panose="02070309020205020404" pitchFamily="49" charset="0"/>
              </a:rPr>
              <a:t>    p4 = malloc(1L &lt;&lt; 8);  </a:t>
            </a:r>
            <a:r>
              <a:rPr lang="fi-FI" i="1" dirty="0">
                <a:latin typeface="Courier New" panose="02070309020205020404" pitchFamily="49" charset="0"/>
                <a:cs typeface="Courier New" panose="02070309020205020404" pitchFamily="49" charset="0"/>
              </a:rPr>
              <a:t>/* 256  B */</a:t>
            </a:r>
          </a:p>
          <a:p>
            <a:pPr eaLnBrk="0" hangingPunct="0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/* Some print statements ... */</a:t>
            </a:r>
          </a:p>
          <a:p>
            <a:pPr eaLnBrk="0" hangingPunct="0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5" name="TextBox 14"/>
          <p:cNvSpPr txBox="1"/>
          <p:nvPr>
            <p:custDataLst>
              <p:tags r:id="rId4"/>
            </p:custDataLst>
          </p:nvPr>
        </p:nvSpPr>
        <p:spPr>
          <a:xfrm>
            <a:off x="8294688" y="304800"/>
            <a:ext cx="1949450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not drawn to scale</a:t>
            </a:r>
          </a:p>
        </p:txBody>
      </p:sp>
      <p:sp>
        <p:nvSpPr>
          <p:cNvPr id="16" name="TextBox 15"/>
          <p:cNvSpPr txBox="1"/>
          <p:nvPr>
            <p:custDataLst>
              <p:tags r:id="rId5"/>
            </p:custDataLst>
          </p:nvPr>
        </p:nvSpPr>
        <p:spPr>
          <a:xfrm>
            <a:off x="2094271" y="6199587"/>
            <a:ext cx="274075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Where does everything go?</a:t>
            </a:r>
          </a:p>
        </p:txBody>
      </p:sp>
      <p:sp>
        <p:nvSpPr>
          <p:cNvPr id="18" name="Rectangle 21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8382000" y="1171575"/>
            <a:ext cx="1447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r>
              <a:rPr lang="en-US" dirty="0">
                <a:latin typeface="Calibri" pitchFamily="34" charset="0"/>
              </a:rPr>
              <a:t>Stack</a:t>
            </a:r>
          </a:p>
        </p:txBody>
      </p:sp>
      <p:sp>
        <p:nvSpPr>
          <p:cNvPr id="19" name="Rectangle 23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382000" y="6017180"/>
            <a:ext cx="1447800" cy="304800"/>
          </a:xfrm>
          <a:prstGeom prst="rect">
            <a:avLst/>
          </a:prstGeom>
          <a:solidFill>
            <a:srgbClr val="F6F5B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dirty="0">
                <a:latin typeface="Calibri" pitchFamily="34" charset="0"/>
              </a:rPr>
              <a:t>Instructions</a:t>
            </a:r>
          </a:p>
        </p:txBody>
      </p:sp>
      <p:sp>
        <p:nvSpPr>
          <p:cNvPr id="20" name="Rectangle 24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8382000" y="5712380"/>
            <a:ext cx="1447800" cy="304800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dirty="0">
                <a:latin typeface="Calibri" pitchFamily="34" charset="0"/>
              </a:rPr>
              <a:t>Data</a:t>
            </a:r>
          </a:p>
        </p:txBody>
      </p:sp>
      <p:sp>
        <p:nvSpPr>
          <p:cNvPr id="21" name="Rectangle 25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8382000" y="5105400"/>
            <a:ext cx="1447800" cy="606980"/>
          </a:xfrm>
          <a:prstGeom prst="rect">
            <a:avLst/>
          </a:prstGeom>
          <a:solidFill>
            <a:srgbClr val="D5F1C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dirty="0">
                <a:latin typeface="Calibri" pitchFamily="34" charset="0"/>
              </a:rPr>
              <a:t>Heap</a:t>
            </a:r>
          </a:p>
        </p:txBody>
      </p:sp>
      <p:sp>
        <p:nvSpPr>
          <p:cNvPr id="22" name="Line 34"/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>
            <a:off x="9105900" y="1552575"/>
            <a:ext cx="0" cy="457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</p:spPr>
        <p:txBody>
          <a:bodyPr wrap="none" lIns="45720" rIns="45720" anchor="ctr">
            <a:spAutoFit/>
          </a:bodyPr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23" name="Line 35"/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 flipV="1">
            <a:off x="9105900" y="4876800"/>
            <a:ext cx="0" cy="228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</p:spPr>
        <p:txBody>
          <a:bodyPr wrap="none" lIns="45720" rIns="45720" anchor="ctr">
            <a:spAutoFit/>
          </a:bodyPr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cxnSp>
        <p:nvCxnSpPr>
          <p:cNvPr id="24" name="Straight Connector 23"/>
          <p:cNvCxnSpPr/>
          <p:nvPr>
            <p:custDataLst>
              <p:tags r:id="rId12"/>
            </p:custDataLst>
          </p:nvPr>
        </p:nvCxnSpPr>
        <p:spPr bwMode="auto">
          <a:xfrm>
            <a:off x="8382000" y="2312989"/>
            <a:ext cx="1447800" cy="1587"/>
          </a:xfrm>
          <a:prstGeom prst="line">
            <a:avLst/>
          </a:prstGeom>
          <a:noFill/>
          <a:ln w="254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5" name="Rectangle 25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8382000" y="3733800"/>
            <a:ext cx="1447800" cy="609600"/>
          </a:xfrm>
          <a:prstGeom prst="rect">
            <a:avLst/>
          </a:prstGeom>
          <a:solidFill>
            <a:srgbClr val="D5F1C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dirty="0">
                <a:latin typeface="Calibri" pitchFamily="34" charset="0"/>
              </a:rPr>
              <a:t>Shared</a:t>
            </a:r>
          </a:p>
          <a:p>
            <a:pPr algn="ctr" eaLnBrk="0" hangingPunct="0"/>
            <a:r>
              <a:rPr lang="en-US" dirty="0">
                <a:latin typeface="Calibri" pitchFamily="34" charset="0"/>
              </a:rPr>
              <a:t>Libraries</a:t>
            </a:r>
          </a:p>
        </p:txBody>
      </p:sp>
      <p:sp>
        <p:nvSpPr>
          <p:cNvPr id="4" name="Line Callout 2 3"/>
          <p:cNvSpPr/>
          <p:nvPr/>
        </p:nvSpPr>
        <p:spPr bwMode="auto">
          <a:xfrm>
            <a:off x="3362622" y="4380992"/>
            <a:ext cx="2240280" cy="265471"/>
          </a:xfrm>
          <a:prstGeom prst="borderCallout2">
            <a:avLst>
              <a:gd name="adj1" fmla="val 40972"/>
              <a:gd name="adj2" fmla="val 99724"/>
              <a:gd name="adj3" fmla="val 45475"/>
              <a:gd name="adj4" fmla="val 188243"/>
              <a:gd name="adj5" fmla="val 387532"/>
              <a:gd name="adj6" fmla="val 223852"/>
            </a:avLst>
          </a:prstGeom>
          <a:noFill/>
          <a:ln w="19050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latin typeface="Arial Narrow" pitchFamily="34" charset="0"/>
            </a:endParaRPr>
          </a:p>
        </p:txBody>
      </p:sp>
      <p:sp>
        <p:nvSpPr>
          <p:cNvPr id="26" name="Line Callout 2 25"/>
          <p:cNvSpPr/>
          <p:nvPr/>
        </p:nvSpPr>
        <p:spPr bwMode="auto">
          <a:xfrm>
            <a:off x="3362622" y="4645021"/>
            <a:ext cx="2103120" cy="265471"/>
          </a:xfrm>
          <a:prstGeom prst="borderCallout2">
            <a:avLst>
              <a:gd name="adj1" fmla="val 40972"/>
              <a:gd name="adj2" fmla="val 99724"/>
              <a:gd name="adj3" fmla="val 49977"/>
              <a:gd name="adj4" fmla="val 202573"/>
              <a:gd name="adj5" fmla="val 290130"/>
              <a:gd name="adj6" fmla="val 237666"/>
            </a:avLst>
          </a:prstGeom>
          <a:noFill/>
          <a:ln w="19050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latin typeface="Arial Narrow" pitchFamily="34" charset="0"/>
            </a:endParaRPr>
          </a:p>
        </p:txBody>
      </p:sp>
      <p:sp>
        <p:nvSpPr>
          <p:cNvPr id="27" name="Line Callout 2 26"/>
          <p:cNvSpPr/>
          <p:nvPr/>
        </p:nvSpPr>
        <p:spPr bwMode="auto">
          <a:xfrm>
            <a:off x="3362622" y="4909588"/>
            <a:ext cx="2240280" cy="265471"/>
          </a:xfrm>
          <a:prstGeom prst="borderCallout2">
            <a:avLst>
              <a:gd name="adj1" fmla="val 40972"/>
              <a:gd name="adj2" fmla="val 99724"/>
              <a:gd name="adj3" fmla="val 49977"/>
              <a:gd name="adj4" fmla="val 192778"/>
              <a:gd name="adj5" fmla="val 197373"/>
              <a:gd name="adj6" fmla="val 222638"/>
            </a:avLst>
          </a:prstGeom>
          <a:noFill/>
          <a:ln w="19050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latin typeface="Arial Narrow" pitchFamily="34" charset="0"/>
            </a:endParaRPr>
          </a:p>
        </p:txBody>
      </p:sp>
      <p:sp>
        <p:nvSpPr>
          <p:cNvPr id="28" name="Line Callout 2 27"/>
          <p:cNvSpPr/>
          <p:nvPr/>
        </p:nvSpPr>
        <p:spPr bwMode="auto">
          <a:xfrm>
            <a:off x="3360174" y="5189007"/>
            <a:ext cx="2074606" cy="265471"/>
          </a:xfrm>
          <a:prstGeom prst="borderCallout2">
            <a:avLst>
              <a:gd name="adj1" fmla="val 40972"/>
              <a:gd name="adj2" fmla="val 99724"/>
              <a:gd name="adj3" fmla="val 40972"/>
              <a:gd name="adj4" fmla="val 199447"/>
              <a:gd name="adj5" fmla="val 86574"/>
              <a:gd name="adj6" fmla="val 241903"/>
            </a:avLst>
          </a:prstGeom>
          <a:noFill/>
          <a:ln w="19050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latin typeface="Arial Narrow" pitchFamily="34" charset="0"/>
            </a:endParaRPr>
          </a:p>
        </p:txBody>
      </p:sp>
      <p:sp>
        <p:nvSpPr>
          <p:cNvPr id="29" name="Line Callout 2 28"/>
          <p:cNvSpPr/>
          <p:nvPr/>
        </p:nvSpPr>
        <p:spPr bwMode="auto">
          <a:xfrm>
            <a:off x="5574793" y="3813048"/>
            <a:ext cx="299885" cy="276744"/>
          </a:xfrm>
          <a:prstGeom prst="borderCallout2">
            <a:avLst>
              <a:gd name="adj1" fmla="val 40972"/>
              <a:gd name="adj2" fmla="val 99724"/>
              <a:gd name="adj3" fmla="val 40972"/>
              <a:gd name="adj4" fmla="val 199447"/>
              <a:gd name="adj5" fmla="val -890030"/>
              <a:gd name="adj6" fmla="val 932303"/>
            </a:avLst>
          </a:prstGeom>
          <a:noFill/>
          <a:ln w="1905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latin typeface="Arial Narrow" pitchFamily="34" charset="0"/>
            </a:endParaRPr>
          </a:p>
        </p:txBody>
      </p:sp>
      <p:sp>
        <p:nvSpPr>
          <p:cNvPr id="30" name="Line Callout 2 29"/>
          <p:cNvSpPr/>
          <p:nvPr/>
        </p:nvSpPr>
        <p:spPr bwMode="auto">
          <a:xfrm>
            <a:off x="4888993" y="3813048"/>
            <a:ext cx="299885" cy="276744"/>
          </a:xfrm>
          <a:prstGeom prst="borderCallout2">
            <a:avLst>
              <a:gd name="adj1" fmla="val 40972"/>
              <a:gd name="adj2" fmla="val 99724"/>
              <a:gd name="adj3" fmla="val 40972"/>
              <a:gd name="adj4" fmla="val 133874"/>
              <a:gd name="adj5" fmla="val -884805"/>
              <a:gd name="adj6" fmla="val 1162132"/>
            </a:avLst>
          </a:prstGeom>
          <a:noFill/>
          <a:ln w="1905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latin typeface="Arial Narrow" pitchFamily="34" charset="0"/>
            </a:endParaRPr>
          </a:p>
        </p:txBody>
      </p:sp>
      <p:sp>
        <p:nvSpPr>
          <p:cNvPr id="31" name="Line Callout 2 30"/>
          <p:cNvSpPr/>
          <p:nvPr/>
        </p:nvSpPr>
        <p:spPr bwMode="auto">
          <a:xfrm>
            <a:off x="4212337" y="3814916"/>
            <a:ext cx="299885" cy="276744"/>
          </a:xfrm>
          <a:prstGeom prst="borderCallout2">
            <a:avLst>
              <a:gd name="adj1" fmla="val 40972"/>
              <a:gd name="adj2" fmla="val 99724"/>
              <a:gd name="adj3" fmla="val 40972"/>
              <a:gd name="adj4" fmla="val 140431"/>
              <a:gd name="adj5" fmla="val -876167"/>
              <a:gd name="adj6" fmla="val 1393569"/>
            </a:avLst>
          </a:prstGeom>
          <a:noFill/>
          <a:ln w="1905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latin typeface="Arial Narrow" pitchFamily="34" charset="0"/>
            </a:endParaRPr>
          </a:p>
        </p:txBody>
      </p:sp>
      <p:sp>
        <p:nvSpPr>
          <p:cNvPr id="32" name="Line Callout 2 31"/>
          <p:cNvSpPr/>
          <p:nvPr/>
        </p:nvSpPr>
        <p:spPr bwMode="auto">
          <a:xfrm>
            <a:off x="3517393" y="3813048"/>
            <a:ext cx="299885" cy="276744"/>
          </a:xfrm>
          <a:prstGeom prst="borderCallout2">
            <a:avLst>
              <a:gd name="adj1" fmla="val 40972"/>
              <a:gd name="adj2" fmla="val 99724"/>
              <a:gd name="adj3" fmla="val 40972"/>
              <a:gd name="adj4" fmla="val 127316"/>
              <a:gd name="adj5" fmla="val -897624"/>
              <a:gd name="adj6" fmla="val 1621662"/>
            </a:avLst>
          </a:prstGeom>
          <a:noFill/>
          <a:ln w="1905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latin typeface="Arial Narrow" pitchFamily="34" charset="0"/>
            </a:endParaRPr>
          </a:p>
        </p:txBody>
      </p:sp>
      <p:sp>
        <p:nvSpPr>
          <p:cNvPr id="33" name="Line Callout 2 32"/>
          <p:cNvSpPr/>
          <p:nvPr/>
        </p:nvSpPr>
        <p:spPr bwMode="auto">
          <a:xfrm>
            <a:off x="3261359" y="4091660"/>
            <a:ext cx="694944" cy="283695"/>
          </a:xfrm>
          <a:prstGeom prst="borderCallout2">
            <a:avLst>
              <a:gd name="adj1" fmla="val 40972"/>
              <a:gd name="adj2" fmla="val 99724"/>
              <a:gd name="adj3" fmla="val 34041"/>
              <a:gd name="adj4" fmla="val 448518"/>
              <a:gd name="adj5" fmla="val -968072"/>
              <a:gd name="adj6" fmla="val 735773"/>
            </a:avLst>
          </a:prstGeom>
          <a:noFill/>
          <a:ln w="1905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latin typeface="Arial Narrow" pitchFamily="34" charset="0"/>
            </a:endParaRPr>
          </a:p>
        </p:txBody>
      </p:sp>
      <p:sp>
        <p:nvSpPr>
          <p:cNvPr id="34" name="Line Callout 2 33"/>
          <p:cNvSpPr/>
          <p:nvPr/>
        </p:nvSpPr>
        <p:spPr bwMode="auto">
          <a:xfrm>
            <a:off x="2701371" y="2711362"/>
            <a:ext cx="1005840" cy="282008"/>
          </a:xfrm>
          <a:prstGeom prst="borderCallout2">
            <a:avLst>
              <a:gd name="adj1" fmla="val 40972"/>
              <a:gd name="adj2" fmla="val 99724"/>
              <a:gd name="adj3" fmla="val 47945"/>
              <a:gd name="adj4" fmla="val 101037"/>
              <a:gd name="adj5" fmla="val 1233415"/>
              <a:gd name="adj6" fmla="val 564168"/>
            </a:avLst>
          </a:prstGeom>
          <a:noFill/>
          <a:ln w="19050" cap="flat" cmpd="sng" algn="ctr">
            <a:solidFill>
              <a:srgbClr val="FFC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latin typeface="Arial Narrow" pitchFamily="34" charset="0"/>
            </a:endParaRPr>
          </a:p>
        </p:txBody>
      </p:sp>
      <p:sp>
        <p:nvSpPr>
          <p:cNvPr id="35" name="Line Callout 2 34"/>
          <p:cNvSpPr/>
          <p:nvPr/>
        </p:nvSpPr>
        <p:spPr bwMode="auto">
          <a:xfrm>
            <a:off x="2694431" y="3291840"/>
            <a:ext cx="621792" cy="216532"/>
          </a:xfrm>
          <a:prstGeom prst="borderCallout2">
            <a:avLst>
              <a:gd name="adj1" fmla="val 40972"/>
              <a:gd name="adj2" fmla="val 99724"/>
              <a:gd name="adj3" fmla="val 47945"/>
              <a:gd name="adj4" fmla="val 101037"/>
              <a:gd name="adj5" fmla="val 1340146"/>
              <a:gd name="adj6" fmla="val 913802"/>
            </a:avLst>
          </a:prstGeom>
          <a:noFill/>
          <a:ln w="19050" cap="flat" cmpd="sng" algn="ctr">
            <a:solidFill>
              <a:srgbClr val="FFC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latin typeface="Arial Narrow" pitchFamily="34" charset="0"/>
            </a:endParaRPr>
          </a:p>
        </p:txBody>
      </p:sp>
      <p:sp>
        <p:nvSpPr>
          <p:cNvPr id="36" name="Line Callout 2 35"/>
          <p:cNvSpPr/>
          <p:nvPr/>
        </p:nvSpPr>
        <p:spPr bwMode="auto">
          <a:xfrm>
            <a:off x="2804160" y="1344168"/>
            <a:ext cx="1325880" cy="280220"/>
          </a:xfrm>
          <a:prstGeom prst="borderCallout2">
            <a:avLst>
              <a:gd name="adj1" fmla="val 40972"/>
              <a:gd name="adj2" fmla="val 99724"/>
              <a:gd name="adj3" fmla="val 47945"/>
              <a:gd name="adj4" fmla="val 101037"/>
              <a:gd name="adj5" fmla="val 1615955"/>
              <a:gd name="adj6" fmla="val 419785"/>
            </a:avLst>
          </a:prstGeom>
          <a:noFill/>
          <a:ln w="19050" cap="flat" cmpd="sng" algn="ctr">
            <a:solidFill>
              <a:srgbClr val="FF9999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latin typeface="Arial Narrow" pitchFamily="34" charset="0"/>
            </a:endParaRPr>
          </a:p>
        </p:txBody>
      </p:sp>
      <p:sp>
        <p:nvSpPr>
          <p:cNvPr id="37" name="Line Callout 2 36"/>
          <p:cNvSpPr/>
          <p:nvPr/>
        </p:nvSpPr>
        <p:spPr bwMode="auto">
          <a:xfrm>
            <a:off x="2807381" y="1647708"/>
            <a:ext cx="1463040" cy="272176"/>
          </a:xfrm>
          <a:prstGeom prst="borderCallout2">
            <a:avLst>
              <a:gd name="adj1" fmla="val 40972"/>
              <a:gd name="adj2" fmla="val 99724"/>
              <a:gd name="adj3" fmla="val 47945"/>
              <a:gd name="adj4" fmla="val 101037"/>
              <a:gd name="adj5" fmla="val 1576421"/>
              <a:gd name="adj6" fmla="val 379685"/>
            </a:avLst>
          </a:prstGeom>
          <a:noFill/>
          <a:ln w="19050" cap="flat" cmpd="sng" algn="ctr">
            <a:solidFill>
              <a:srgbClr val="FF9999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latin typeface="Arial Narrow" pitchFamily="34" charset="0"/>
            </a:endParaRPr>
          </a:p>
        </p:txBody>
      </p:sp>
      <p:sp>
        <p:nvSpPr>
          <p:cNvPr id="38" name="Line Callout 2 37"/>
          <p:cNvSpPr/>
          <p:nvPr/>
        </p:nvSpPr>
        <p:spPr bwMode="auto">
          <a:xfrm>
            <a:off x="2701372" y="2170333"/>
            <a:ext cx="867739" cy="277092"/>
          </a:xfrm>
          <a:prstGeom prst="borderCallout2">
            <a:avLst>
              <a:gd name="adj1" fmla="val 40972"/>
              <a:gd name="adj2" fmla="val 99724"/>
              <a:gd name="adj3" fmla="val 47945"/>
              <a:gd name="adj4" fmla="val 101037"/>
              <a:gd name="adj5" fmla="val 1326755"/>
              <a:gd name="adj6" fmla="val 655902"/>
            </a:avLst>
          </a:prstGeom>
          <a:noFill/>
          <a:ln w="19050" cap="flat" cmpd="sng" algn="ctr">
            <a:solidFill>
              <a:srgbClr val="FF9999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 dirty="0">
              <a:latin typeface="Arial Narrow" pitchFamily="34" charset="0"/>
            </a:endParaRPr>
          </a:p>
        </p:txBody>
      </p:sp>
      <p:sp>
        <p:nvSpPr>
          <p:cNvPr id="39" name="Rectangle 38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8382000" y="2159556"/>
            <a:ext cx="1447800" cy="1083039"/>
          </a:xfrm>
          <a:prstGeom prst="rect">
            <a:avLst/>
          </a:prstGeom>
          <a:solidFill>
            <a:srgbClr val="D5F1C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dirty="0">
                <a:latin typeface="Calibri" pitchFamily="34" charset="0"/>
              </a:rPr>
              <a:t>Heap</a:t>
            </a:r>
          </a:p>
        </p:txBody>
      </p:sp>
      <p:sp>
        <p:nvSpPr>
          <p:cNvPr id="40" name="Line 35"/>
          <p:cNvSpPr>
            <a:spLocks noChangeShapeType="1"/>
          </p:cNvSpPr>
          <p:nvPr>
            <p:custDataLst>
              <p:tags r:id="rId15"/>
            </p:custDataLst>
          </p:nvPr>
        </p:nvSpPr>
        <p:spPr bwMode="auto">
          <a:xfrm>
            <a:off x="9105900" y="3233846"/>
            <a:ext cx="0" cy="228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</p:spPr>
        <p:txBody>
          <a:bodyPr wrap="none" lIns="45720" rIns="45720" anchor="ctr">
            <a:spAutoFit/>
          </a:bodyPr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393A073-E191-43D4-9603-EA0E3F7E68ED}"/>
              </a:ext>
            </a:extLst>
          </p:cNvPr>
          <p:cNvGrpSpPr/>
          <p:nvPr/>
        </p:nvGrpSpPr>
        <p:grpSpPr>
          <a:xfrm>
            <a:off x="8382000" y="1041956"/>
            <a:ext cx="1447800" cy="5584825"/>
            <a:chOff x="6858000" y="1041955"/>
            <a:chExt cx="1447800" cy="5584825"/>
          </a:xfrm>
        </p:grpSpPr>
        <p:sp>
          <p:nvSpPr>
            <p:cNvPr id="42" name="Rectangle 20">
              <a:extLst>
                <a:ext uri="{FF2B5EF4-FFF2-40B4-BE49-F238E27FC236}">
                  <a16:creationId xmlns:a16="http://schemas.microsoft.com/office/drawing/2014/main" id="{502CB45A-3680-446C-8590-BCFEFBE10A55}"/>
                </a:ext>
              </a:extLst>
            </p:cNvPr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6858000" y="1041955"/>
              <a:ext cx="1447800" cy="558482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43" name="Rectangle 21">
              <a:extLst>
                <a:ext uri="{FF2B5EF4-FFF2-40B4-BE49-F238E27FC236}">
                  <a16:creationId xmlns:a16="http://schemas.microsoft.com/office/drawing/2014/main" id="{9994A5C6-8AAE-44E3-8A61-0A7B052531C2}"/>
                </a:ext>
              </a:extLst>
            </p:cNvPr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6858000" y="1171575"/>
              <a:ext cx="1447800" cy="381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r>
                <a:rPr lang="en-US" dirty="0">
                  <a:latin typeface="Calibri" pitchFamily="34" charset="0"/>
                </a:rPr>
                <a:t>Stack</a:t>
              </a:r>
            </a:p>
          </p:txBody>
        </p:sp>
        <p:sp>
          <p:nvSpPr>
            <p:cNvPr id="44" name="Rectangle 23">
              <a:extLst>
                <a:ext uri="{FF2B5EF4-FFF2-40B4-BE49-F238E27FC236}">
                  <a16:creationId xmlns:a16="http://schemas.microsoft.com/office/drawing/2014/main" id="{F01EE836-40BA-4FBB-A6D8-3393F6C44380}"/>
                </a:ext>
              </a:extLst>
            </p:cNvPr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6858000" y="6017180"/>
              <a:ext cx="1447800" cy="304800"/>
            </a:xfrm>
            <a:prstGeom prst="rect">
              <a:avLst/>
            </a:prstGeom>
            <a:solidFill>
              <a:srgbClr val="F6F5BD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r>
                <a:rPr lang="en-US" dirty="0">
                  <a:latin typeface="Calibri" pitchFamily="34" charset="0"/>
                </a:rPr>
                <a:t>Instructions</a:t>
              </a:r>
            </a:p>
          </p:txBody>
        </p:sp>
        <p:sp>
          <p:nvSpPr>
            <p:cNvPr id="45" name="Rectangle 24">
              <a:extLst>
                <a:ext uri="{FF2B5EF4-FFF2-40B4-BE49-F238E27FC236}">
                  <a16:creationId xmlns:a16="http://schemas.microsoft.com/office/drawing/2014/main" id="{58EF6BDD-D04C-4D5F-B92F-6607A6A3AB01}"/>
                </a:ext>
              </a:extLst>
            </p:cNvPr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6858000" y="5712380"/>
              <a:ext cx="1447800" cy="304800"/>
            </a:xfrm>
            <a:prstGeom prst="rect">
              <a:avLst/>
            </a:prstGeom>
            <a:solidFill>
              <a:srgbClr val="F1C7C7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r>
                <a:rPr lang="en-US">
                  <a:latin typeface="Calibri" pitchFamily="34" charset="0"/>
                </a:rPr>
                <a:t>Data</a:t>
              </a:r>
            </a:p>
          </p:txBody>
        </p:sp>
        <p:sp>
          <p:nvSpPr>
            <p:cNvPr id="46" name="Rectangle 25">
              <a:extLst>
                <a:ext uri="{FF2B5EF4-FFF2-40B4-BE49-F238E27FC236}">
                  <a16:creationId xmlns:a16="http://schemas.microsoft.com/office/drawing/2014/main" id="{5BE8691A-20BC-4E6A-95DC-57B10E7DFA40}"/>
                </a:ext>
              </a:extLst>
            </p:cNvPr>
            <p:cNvSpPr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6858000" y="5105400"/>
              <a:ext cx="1447800" cy="606980"/>
            </a:xfrm>
            <a:prstGeom prst="rect">
              <a:avLst/>
            </a:prstGeom>
            <a:solidFill>
              <a:srgbClr val="D5F1C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r>
                <a:rPr lang="en-US" dirty="0">
                  <a:latin typeface="Calibri" pitchFamily="34" charset="0"/>
                </a:rPr>
                <a:t>Heap</a:t>
              </a:r>
            </a:p>
          </p:txBody>
        </p:sp>
        <p:sp>
          <p:nvSpPr>
            <p:cNvPr id="47" name="Line 34">
              <a:extLst>
                <a:ext uri="{FF2B5EF4-FFF2-40B4-BE49-F238E27FC236}">
                  <a16:creationId xmlns:a16="http://schemas.microsoft.com/office/drawing/2014/main" id="{6F51C904-A404-49B3-B94F-CFB524EB6D39}"/>
                </a:ext>
              </a:extLst>
            </p:cNvPr>
            <p:cNvSpPr>
              <a:spLocks noChangeShapeType="1"/>
            </p:cNvSpPr>
            <p:nvPr>
              <p:custDataLst>
                <p:tags r:id="rId21"/>
              </p:custDataLst>
            </p:nvPr>
          </p:nvSpPr>
          <p:spPr bwMode="auto">
            <a:xfrm>
              <a:off x="7581900" y="1552575"/>
              <a:ext cx="0" cy="45720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</p:spPr>
          <p:txBody>
            <a:bodyPr wrap="none" lIns="45720" rIns="45720" anchor="ctr">
              <a:spAutoFit/>
            </a:bodyPr>
            <a:lstStyle/>
            <a:p>
              <a:endParaRPr lang="en-US" dirty="0">
                <a:latin typeface="Calibri" panose="020F0502020204030204" pitchFamily="34" charset="0"/>
              </a:endParaRPr>
            </a:p>
          </p:txBody>
        </p:sp>
        <p:sp>
          <p:nvSpPr>
            <p:cNvPr id="48" name="Line 35">
              <a:extLst>
                <a:ext uri="{FF2B5EF4-FFF2-40B4-BE49-F238E27FC236}">
                  <a16:creationId xmlns:a16="http://schemas.microsoft.com/office/drawing/2014/main" id="{5E32B0A3-C60E-48E5-B129-1B0ED2A2A6EC}"/>
                </a:ext>
              </a:extLst>
            </p:cNvPr>
            <p:cNvSpPr>
              <a:spLocks noChangeShapeType="1"/>
            </p:cNvSpPr>
            <p:nvPr>
              <p:custDataLst>
                <p:tags r:id="rId22"/>
              </p:custDataLst>
            </p:nvPr>
          </p:nvSpPr>
          <p:spPr bwMode="auto">
            <a:xfrm flipV="1">
              <a:off x="7581900" y="4876800"/>
              <a:ext cx="0" cy="22860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</p:spPr>
          <p:txBody>
            <a:bodyPr wrap="none" lIns="45720" rIns="45720" anchor="ctr">
              <a:spAutoFit/>
            </a:bodyPr>
            <a:lstStyle/>
            <a:p>
              <a:endParaRPr lang="en-US" dirty="0">
                <a:latin typeface="Calibri" panose="020F0502020204030204" pitchFamily="34" charset="0"/>
              </a:endParaRPr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327ED38-B5B4-4257-9184-494B91F4799B}"/>
                </a:ext>
              </a:extLst>
            </p:cNvPr>
            <p:cNvCxnSpPr/>
            <p:nvPr>
              <p:custDataLst>
                <p:tags r:id="rId23"/>
              </p:custDataLst>
            </p:nvPr>
          </p:nvCxnSpPr>
          <p:spPr bwMode="auto">
            <a:xfrm>
              <a:off x="6858000" y="2312988"/>
              <a:ext cx="1447800" cy="1587"/>
            </a:xfrm>
            <a:prstGeom prst="line">
              <a:avLst/>
            </a:prstGeom>
            <a:noFill/>
            <a:ln w="254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0" name="Rectangle 25">
              <a:extLst>
                <a:ext uri="{FF2B5EF4-FFF2-40B4-BE49-F238E27FC236}">
                  <a16:creationId xmlns:a16="http://schemas.microsoft.com/office/drawing/2014/main" id="{5115E6AE-57FF-4709-BAB8-DAE7FFD6E64E}"/>
                </a:ext>
              </a:extLst>
            </p:cNvPr>
            <p:cNvSpPr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6858000" y="3224767"/>
              <a:ext cx="1447800" cy="609600"/>
            </a:xfrm>
            <a:prstGeom prst="rect">
              <a:avLst/>
            </a:prstGeom>
            <a:solidFill>
              <a:srgbClr val="D5F1C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latin typeface="Calibri" pitchFamily="34" charset="0"/>
                </a:rPr>
                <a:t>Shared</a:t>
              </a:r>
            </a:p>
            <a:p>
              <a:pPr algn="ctr" eaLnBrk="0" hangingPunct="0"/>
              <a:r>
                <a:rPr lang="en-US" dirty="0">
                  <a:latin typeface="Calibri" pitchFamily="34" charset="0"/>
                </a:rPr>
                <a:t>Libraries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72237372-D2A0-48DC-A0B4-CD57AE19A1F5}"/>
                </a:ext>
              </a:extLst>
            </p:cNvPr>
            <p:cNvSpPr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6858000" y="2159555"/>
              <a:ext cx="1447800" cy="1083039"/>
            </a:xfrm>
            <a:prstGeom prst="rect">
              <a:avLst/>
            </a:prstGeom>
            <a:solidFill>
              <a:schemeClr val="bg2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r>
                <a:rPr lang="en-US" dirty="0">
                  <a:latin typeface="Calibri" pitchFamily="34" charset="0"/>
                </a:rPr>
                <a:t>Other stuff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9712369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3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Reminder:  x86-64/Linux Stack Frame</a:t>
            </a:r>
          </a:p>
        </p:txBody>
      </p:sp>
      <p:sp>
        <p:nvSpPr>
          <p:cNvPr id="62468" name="Rectangle 4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411481" y="1119861"/>
            <a:ext cx="6564224" cy="5806561"/>
          </a:xfrm>
          <a:ln/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Caller’s</a:t>
            </a:r>
            <a:r>
              <a:rPr lang="en-US" dirty="0"/>
              <a:t> Stack Frame</a:t>
            </a:r>
          </a:p>
          <a:p>
            <a:pPr marL="552450" lvl="1"/>
            <a:r>
              <a:rPr lang="en-US" dirty="0"/>
              <a:t>Arguments (if &gt; 6 </a:t>
            </a:r>
            <a:r>
              <a:rPr lang="en-US" dirty="0" err="1"/>
              <a:t>args</a:t>
            </a:r>
            <a:r>
              <a:rPr lang="en-US" dirty="0"/>
              <a:t>) for this call</a:t>
            </a:r>
          </a:p>
          <a:p>
            <a:endParaRPr lang="en-US" sz="600" dirty="0"/>
          </a:p>
          <a:p>
            <a:r>
              <a:rPr lang="en-US" dirty="0"/>
              <a:t>Current/</a:t>
            </a:r>
            <a:r>
              <a:rPr lang="en-US" dirty="0" err="1">
                <a:solidFill>
                  <a:srgbClr val="FF0000"/>
                </a:solidFill>
              </a:rPr>
              <a:t>Callee</a:t>
            </a:r>
            <a:r>
              <a:rPr lang="en-US" dirty="0"/>
              <a:t> Stack Frame</a:t>
            </a:r>
          </a:p>
          <a:p>
            <a:pPr marL="552450" lvl="1"/>
            <a:r>
              <a:rPr lang="en-US" dirty="0"/>
              <a:t>Return address</a:t>
            </a:r>
          </a:p>
          <a:p>
            <a:pPr marL="838200" lvl="2"/>
            <a:r>
              <a:rPr lang="en-US" dirty="0"/>
              <a:t>Pushed by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call</a:t>
            </a:r>
            <a:r>
              <a:rPr lang="en-US" dirty="0"/>
              <a:t> instruction</a:t>
            </a:r>
          </a:p>
          <a:p>
            <a:pPr marL="552450" lvl="1"/>
            <a:r>
              <a:rPr lang="en-US" dirty="0"/>
              <a:t>Old frame pointer (optional)</a:t>
            </a:r>
          </a:p>
          <a:p>
            <a:pPr marL="552450" lvl="1"/>
            <a:r>
              <a:rPr lang="en-US" dirty="0"/>
              <a:t>Saved register context</a:t>
            </a:r>
            <a:br>
              <a:rPr lang="en-US" dirty="0"/>
            </a:br>
            <a:r>
              <a:rPr lang="en-US" dirty="0"/>
              <a:t>(when reusing registers)</a:t>
            </a:r>
          </a:p>
          <a:p>
            <a:pPr marL="552450" lvl="1"/>
            <a:r>
              <a:rPr lang="en-US" dirty="0"/>
              <a:t>Local variables</a:t>
            </a:r>
            <a:br>
              <a:rPr lang="en-US" dirty="0"/>
            </a:br>
            <a:r>
              <a:rPr lang="en-US" dirty="0"/>
              <a:t>(if can’t be kept in registers)</a:t>
            </a:r>
          </a:p>
          <a:p>
            <a:pPr marL="552450" lvl="1"/>
            <a:r>
              <a:rPr lang="en-US" dirty="0"/>
              <a:t>“Argument build” area</a:t>
            </a:r>
            <a:br>
              <a:rPr lang="en-US" dirty="0"/>
            </a:br>
            <a:r>
              <a:rPr lang="en-US" dirty="0"/>
              <a:t>(If </a:t>
            </a:r>
            <a:r>
              <a:rPr lang="en-US" dirty="0" err="1"/>
              <a:t>callee</a:t>
            </a:r>
            <a:r>
              <a:rPr lang="en-US" dirty="0"/>
              <a:t> needs to call another function -parameters for function about to call, if needed)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>
          <a:xfrm>
            <a:off x="8534400" y="6492240"/>
            <a:ext cx="609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rgbClr val="4B2A85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9pPr>
          </a:lstStyle>
          <a:p>
            <a:fld id="{7CBE8339-D2AD-46DC-A898-FD1E949067F0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2469" name="Rectangle 5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8890000" y="3276600"/>
            <a:ext cx="1270000" cy="3048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dirty="0"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Return </a:t>
            </a:r>
            <a:r>
              <a:rPr lang="en-US" dirty="0" err="1"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Addr</a:t>
            </a:r>
            <a:endParaRPr lang="en-US" dirty="0"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sp>
        <p:nvSpPr>
          <p:cNvPr id="62470" name="Rectangle 6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8890000" y="3886200"/>
            <a:ext cx="1270000" cy="18161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dirty="0"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Saved</a:t>
            </a:r>
          </a:p>
          <a:p>
            <a:pPr algn="ctr"/>
            <a:r>
              <a:rPr lang="en-US" dirty="0"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Registers</a:t>
            </a:r>
          </a:p>
          <a:p>
            <a:pPr algn="ctr"/>
            <a:r>
              <a:rPr lang="en-US" dirty="0"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+</a:t>
            </a:r>
          </a:p>
          <a:p>
            <a:pPr algn="ctr"/>
            <a:r>
              <a:rPr lang="en-US" dirty="0"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Local</a:t>
            </a:r>
          </a:p>
          <a:p>
            <a:pPr algn="ctr"/>
            <a:r>
              <a:rPr lang="en-US" dirty="0"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Variables</a:t>
            </a:r>
          </a:p>
        </p:txBody>
      </p:sp>
      <p:sp>
        <p:nvSpPr>
          <p:cNvPr id="62471" name="Rectangle 7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8890000" y="5699125"/>
            <a:ext cx="1270000" cy="854075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dirty="0"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Argument</a:t>
            </a:r>
          </a:p>
          <a:p>
            <a:pPr algn="ctr"/>
            <a:r>
              <a:rPr lang="en-US" dirty="0"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Build</a:t>
            </a:r>
          </a:p>
          <a:p>
            <a:pPr algn="ctr"/>
            <a:r>
              <a:rPr lang="en-US" dirty="0"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(Optional)</a:t>
            </a:r>
          </a:p>
        </p:txBody>
      </p:sp>
      <p:sp>
        <p:nvSpPr>
          <p:cNvPr id="62472" name="Rectangle 8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8890000" y="1295400"/>
            <a:ext cx="1270000" cy="1371600"/>
          </a:xfrm>
          <a:prstGeom prst="rect">
            <a:avLst/>
          </a:prstGeom>
          <a:solidFill>
            <a:srgbClr val="F2F2F2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62473" name="Rectangle 9"/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8890000" y="3581400"/>
            <a:ext cx="1270000" cy="3048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dirty="0">
                <a:solidFill>
                  <a:srgbClr val="7F7F7F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Old </a:t>
            </a:r>
            <a:r>
              <a:rPr lang="en-US" dirty="0">
                <a:solidFill>
                  <a:srgbClr val="7F7F7F"/>
                </a:solidFill>
                <a:latin typeface="Courier New" panose="02070309020205020404" pitchFamily="49" charset="0"/>
                <a:ea typeface="Calibri Bold" charset="0"/>
                <a:cs typeface="Courier New" panose="02070309020205020404" pitchFamily="49" charset="0"/>
                <a:sym typeface="Calibri Bold" charset="0"/>
              </a:rPr>
              <a:t>%</a:t>
            </a:r>
            <a:r>
              <a:rPr lang="en-US" dirty="0" err="1">
                <a:solidFill>
                  <a:srgbClr val="7F7F7F"/>
                </a:solidFill>
                <a:latin typeface="Courier New" panose="02070309020205020404" pitchFamily="49" charset="0"/>
                <a:ea typeface="Calibri Bold" charset="0"/>
                <a:cs typeface="Courier New" panose="02070309020205020404" pitchFamily="49" charset="0"/>
                <a:sym typeface="Calibri Bold" charset="0"/>
              </a:rPr>
              <a:t>rbp</a:t>
            </a:r>
            <a:endParaRPr lang="en-US" dirty="0">
              <a:solidFill>
                <a:srgbClr val="7F7F7F"/>
              </a:solidFill>
              <a:latin typeface="Courier New" panose="02070309020205020404" pitchFamily="49" charset="0"/>
              <a:ea typeface="Calibri Bold" charset="0"/>
              <a:cs typeface="Courier New" panose="02070309020205020404" pitchFamily="49" charset="0"/>
              <a:sym typeface="Calibri Bold" charset="0"/>
            </a:endParaRPr>
          </a:p>
        </p:txBody>
      </p:sp>
      <p:sp>
        <p:nvSpPr>
          <p:cNvPr id="62474" name="Rectangle 10"/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8890000" y="2667000"/>
            <a:ext cx="1270000" cy="609600"/>
          </a:xfrm>
          <a:prstGeom prst="rect">
            <a:avLst/>
          </a:prstGeom>
          <a:solidFill>
            <a:srgbClr val="F2F2F2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ctr"/>
            <a:r>
              <a:rPr lang="en-US" dirty="0"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Arguments</a:t>
            </a:r>
          </a:p>
          <a:p>
            <a:pPr algn="ctr"/>
            <a:r>
              <a:rPr lang="en-US" dirty="0"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7+</a:t>
            </a:r>
          </a:p>
        </p:txBody>
      </p:sp>
      <p:sp>
        <p:nvSpPr>
          <p:cNvPr id="62475" name="Rectangle 11"/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7759701" y="2125663"/>
            <a:ext cx="684213" cy="6350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r"/>
            <a:r>
              <a:rPr lang="en-US" dirty="0">
                <a:solidFill>
                  <a:schemeClr val="accent2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Caller</a:t>
            </a:r>
            <a:endParaRPr lang="en-US" dirty="0">
              <a:solidFill>
                <a:schemeClr val="accent2"/>
              </a:solidFill>
              <a:latin typeface="Calibri" panose="020F0502020204030204" pitchFamily="34" charset="0"/>
              <a:ea typeface="Lucida Grande" charset="0"/>
              <a:cs typeface="Lucida Grande" charset="0"/>
              <a:sym typeface="Arial Narrow Bold" charset="0"/>
            </a:endParaRPr>
          </a:p>
          <a:p>
            <a:pPr algn="r"/>
            <a:r>
              <a:rPr lang="en-US" dirty="0">
                <a:solidFill>
                  <a:schemeClr val="accent2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Frame</a:t>
            </a:r>
          </a:p>
        </p:txBody>
      </p:sp>
      <p:sp>
        <p:nvSpPr>
          <p:cNvPr id="62476" name="AutoShape 12"/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8505825" y="1295400"/>
            <a:ext cx="228600" cy="1984248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21600" y="21600"/>
                </a:moveTo>
                <a:cubicBezTo>
                  <a:pt x="15635" y="21600"/>
                  <a:pt x="10800" y="20875"/>
                  <a:pt x="10800" y="19980"/>
                </a:cubicBezTo>
                <a:lnTo>
                  <a:pt x="10800" y="12420"/>
                </a:lnTo>
                <a:cubicBezTo>
                  <a:pt x="10800" y="11525"/>
                  <a:pt x="5965" y="10800"/>
                  <a:pt x="0" y="10800"/>
                </a:cubicBezTo>
                <a:cubicBezTo>
                  <a:pt x="5965" y="10800"/>
                  <a:pt x="10800" y="10075"/>
                  <a:pt x="10800" y="9180"/>
                </a:cubicBezTo>
                <a:lnTo>
                  <a:pt x="10800" y="1620"/>
                </a:lnTo>
                <a:cubicBezTo>
                  <a:pt x="10800" y="725"/>
                  <a:pt x="15635" y="0"/>
                  <a:pt x="21600" y="0"/>
                </a:cubicBezTo>
              </a:path>
            </a:pathLst>
          </a:cu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62477" name="Line 13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7993063" y="3732213"/>
            <a:ext cx="717550" cy="0"/>
          </a:xfrm>
          <a:prstGeom prst="line">
            <a:avLst/>
          </a:prstGeom>
          <a:noFill/>
          <a:ln w="25400" cap="flat">
            <a:solidFill>
              <a:srgbClr val="7F7F7F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62478" name="Rectangle 14"/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6451600" y="3268663"/>
            <a:ext cx="1562100" cy="6096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r"/>
            <a:r>
              <a:rPr lang="en-US" dirty="0"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Frame pointer</a:t>
            </a:r>
            <a:br>
              <a:rPr lang="en-US" dirty="0"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%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rbp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  <a:sym typeface="Courier New Bold" charset="0"/>
            </a:endParaRPr>
          </a:p>
        </p:txBody>
      </p:sp>
      <p:sp>
        <p:nvSpPr>
          <p:cNvPr id="62479" name="Line 15"/>
          <p:cNvSpPr>
            <a:spLocks noChangeShapeType="1"/>
          </p:cNvSpPr>
          <p:nvPr>
            <p:custDataLst>
              <p:tags r:id="rId14"/>
            </p:custDataLst>
          </p:nvPr>
        </p:nvSpPr>
        <p:spPr bwMode="auto">
          <a:xfrm>
            <a:off x="8002589" y="6488112"/>
            <a:ext cx="719137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62480" name="Rectangle 16"/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6548048" y="6019800"/>
            <a:ext cx="1485900" cy="6096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r"/>
            <a:r>
              <a:rPr lang="en-US" dirty="0"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 pointer</a:t>
            </a:r>
            <a:endParaRPr lang="en-US" dirty="0">
              <a:latin typeface="Calibri" panose="020F0502020204030204" pitchFamily="34" charset="0"/>
              <a:ea typeface="Lucida Grande" charset="0"/>
              <a:cs typeface="Lucida Grande" charset="0"/>
              <a:sym typeface="Arial Narrow Bold" charset="0"/>
            </a:endParaRPr>
          </a:p>
          <a:p>
            <a:pPr algn="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%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rsp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  <a:sym typeface="Courier New Bold" charset="0"/>
            </a:endParaRPr>
          </a:p>
        </p:txBody>
      </p:sp>
      <p:sp>
        <p:nvSpPr>
          <p:cNvPr id="18" name="Rectangle 14"/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6477000" y="3810000"/>
            <a:ext cx="1562100" cy="6096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r"/>
            <a:r>
              <a:rPr lang="en-US" dirty="0"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(Optional)</a:t>
            </a:r>
            <a:endParaRPr lang="en-US" dirty="0">
              <a:latin typeface="Anonymous Pro" panose="02060609030202000504" pitchFamily="49" charset="0"/>
              <a:cs typeface="Courier New Bold" charset="0"/>
              <a:sym typeface="Courier New Bold" charset="0"/>
            </a:endParaRPr>
          </a:p>
        </p:txBody>
      </p:sp>
      <p:sp>
        <p:nvSpPr>
          <p:cNvPr id="20" name="TextBox 19"/>
          <p:cNvSpPr txBox="1"/>
          <p:nvPr>
            <p:custDataLst>
              <p:tags r:id="rId17"/>
            </p:custDataLst>
          </p:nvPr>
        </p:nvSpPr>
        <p:spPr>
          <a:xfrm>
            <a:off x="8804418" y="6524824"/>
            <a:ext cx="14411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60000"/>
                    <a:lumOff val="40000"/>
                  </a:schemeClr>
                </a:solidFill>
                <a:latin typeface="Calibri" pitchFamily="34" charset="0"/>
              </a:rPr>
              <a:t>Lower Addresses</a:t>
            </a:r>
          </a:p>
        </p:txBody>
      </p:sp>
      <p:sp>
        <p:nvSpPr>
          <p:cNvPr id="21" name="TextBox 20"/>
          <p:cNvSpPr txBox="1"/>
          <p:nvPr>
            <p:custDataLst>
              <p:tags r:id="rId18"/>
            </p:custDataLst>
          </p:nvPr>
        </p:nvSpPr>
        <p:spPr>
          <a:xfrm>
            <a:off x="8809096" y="1029602"/>
            <a:ext cx="14779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60000"/>
                    <a:lumOff val="40000"/>
                  </a:schemeClr>
                </a:solidFill>
                <a:latin typeface="Calibri" pitchFamily="34" charset="0"/>
              </a:rPr>
              <a:t>Higher Addresses</a:t>
            </a:r>
          </a:p>
        </p:txBody>
      </p:sp>
    </p:spTree>
    <p:extLst>
      <p:ext uri="{BB962C8B-B14F-4D97-AF65-F5344CB8AC3E}">
        <p14:creationId xmlns:p14="http://schemas.microsoft.com/office/powerpoint/2010/main" val="3173495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8" grpId="0" uiExpand="1" build="p"/>
      <p:bldP spid="62469" grpId="0" animBg="1"/>
      <p:bldP spid="62470" grpId="0" animBg="1"/>
      <p:bldP spid="62471" grpId="0" animBg="1"/>
      <p:bldP spid="62472" grpId="0" animBg="1"/>
      <p:bldP spid="62473" grpId="0" animBg="1"/>
      <p:bldP spid="62474" grpId="0" animBg="1"/>
      <p:bldP spid="62475" grpId="0"/>
      <p:bldP spid="62476" grpId="0" animBg="1"/>
      <p:bldP spid="62477" grpId="0" animBg="1"/>
      <p:bldP spid="62478" grpId="0"/>
      <p:bldP spid="62479" grpId="0" animBg="1"/>
      <p:bldP spid="62480" grpId="0"/>
      <p:bldP spid="18" grpId="0"/>
      <p:bldP spid="20" grpId="0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Recall: Memory Referencing Bug Example</a:t>
            </a:r>
          </a:p>
        </p:txBody>
      </p:sp>
      <p:sp>
        <p:nvSpPr>
          <p:cNvPr id="18438" name="Rectangle 6"/>
          <p:cNvSpPr>
            <a:spLocks noGrp="1" noChangeArrowheads="1"/>
          </p:cNvSpPr>
          <p:nvPr>
            <p:ph idx="1"/>
          </p:nvPr>
        </p:nvSpPr>
        <p:spPr>
          <a:xfrm>
            <a:off x="4724400" y="6096000"/>
            <a:ext cx="4648200" cy="457200"/>
          </a:xfrm>
        </p:spPr>
        <p:txBody>
          <a:bodyPr/>
          <a:lstStyle/>
          <a:p>
            <a:pPr marL="457200" lvl="1" indent="0">
              <a:buNone/>
            </a:pPr>
            <a:r>
              <a:rPr lang="en-US" sz="2000" dirty="0"/>
              <a:t>Result is system specific</a:t>
            </a: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2E4D31F0-16AD-884C-877E-FE8119DD203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29600" y="6248400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31E6C9A-129B-7F48-9D65-CF071176AE39}" type="slidenum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18437" name="Rectangle 5"/>
          <p:cNvSpPr>
            <a:spLocks/>
          </p:cNvSpPr>
          <p:nvPr/>
        </p:nvSpPr>
        <p:spPr bwMode="auto">
          <a:xfrm>
            <a:off x="2667000" y="4572000"/>
            <a:ext cx="4648200" cy="1600200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>
            <a:prstTxWarp prst="textNoShape">
              <a:avLst/>
            </a:prstTxWarp>
          </a:bodyPr>
          <a:lstStyle/>
          <a:p>
            <a:pPr algn="l"/>
            <a:r>
              <a:rPr lang="en-US" sz="1800" dirty="0">
                <a:latin typeface="Courier New" charset="0"/>
                <a:ea typeface="Zapf Dingbats" charset="2"/>
                <a:cs typeface="Zapf Dingbats" charset="2"/>
                <a:sym typeface="Courier New" charset="0"/>
              </a:rPr>
              <a:t>fun(0)  -&gt;	3.1400000000</a:t>
            </a:r>
            <a:endParaRPr lang="en-US" dirty="0">
              <a:latin typeface="Arial Narrow" charset="0"/>
              <a:ea typeface="Lucida Grande" charset="0"/>
              <a:cs typeface="Lucida Grande" charset="0"/>
              <a:sym typeface="Arial Narrow" charset="0"/>
            </a:endParaRPr>
          </a:p>
          <a:p>
            <a:pPr lvl="0"/>
            <a:r>
              <a:rPr lang="en-US" sz="1800" dirty="0">
                <a:latin typeface="Courier New" charset="0"/>
                <a:ea typeface="Courier New" charset="0"/>
                <a:cs typeface="Courier New" charset="0"/>
                <a:sym typeface="Courier New" charset="0"/>
              </a:rPr>
              <a:t>fun(1)  -&gt;</a:t>
            </a:r>
            <a:r>
              <a:rPr lang="en-US" sz="1800" dirty="0">
                <a:latin typeface="Courier New" charset="0"/>
                <a:ea typeface="Monaco" charset="0"/>
                <a:cs typeface="Monaco" charset="0"/>
                <a:sym typeface="Courier New" charset="0"/>
              </a:rPr>
              <a:t>	3.14</a:t>
            </a:r>
            <a:r>
              <a:rPr lang="en-US" sz="1800" dirty="0">
                <a:solidFill>
                  <a:srgbClr val="000000"/>
                </a:solidFill>
                <a:latin typeface="Courier New" charset="0"/>
                <a:ea typeface="Zapf Dingbats" charset="2"/>
                <a:cs typeface="Zapf Dingbats" charset="2"/>
                <a:sym typeface="Courier New" charset="0"/>
              </a:rPr>
              <a:t>00000000</a:t>
            </a:r>
            <a:endParaRPr lang="en-US" dirty="0">
              <a:latin typeface="Arial Narrow" charset="0"/>
              <a:ea typeface="Lucida Grande" charset="0"/>
              <a:cs typeface="Lucida Grande" charset="0"/>
              <a:sym typeface="Arial Narrow" charset="0"/>
            </a:endParaRPr>
          </a:p>
          <a:p>
            <a:pPr algn="l"/>
            <a:r>
              <a:rPr lang="en-US" sz="1800" dirty="0">
                <a:latin typeface="Courier New" charset="0"/>
                <a:ea typeface="Courier New" charset="0"/>
                <a:cs typeface="Courier New" charset="0"/>
                <a:sym typeface="Courier New" charset="0"/>
              </a:rPr>
              <a:t>fun(2)  -&gt;</a:t>
            </a:r>
            <a:r>
              <a:rPr lang="en-US" sz="1800" dirty="0">
                <a:latin typeface="Courier New" charset="0"/>
                <a:ea typeface="Monaco" charset="0"/>
                <a:cs typeface="Monaco" charset="0"/>
                <a:sym typeface="Courier New" charset="0"/>
              </a:rPr>
              <a:t>	3.1399998665</a:t>
            </a:r>
            <a:endParaRPr lang="en-US" dirty="0">
              <a:latin typeface="Arial Narrow" charset="0"/>
              <a:ea typeface="Lucida Grande" charset="0"/>
              <a:cs typeface="Lucida Grande" charset="0"/>
              <a:sym typeface="Arial Narrow" charset="0"/>
            </a:endParaRPr>
          </a:p>
          <a:p>
            <a:pPr algn="l"/>
            <a:r>
              <a:rPr lang="en-US" sz="1800" dirty="0">
                <a:latin typeface="Courier New" charset="0"/>
                <a:ea typeface="Courier New" charset="0"/>
                <a:cs typeface="Courier New" charset="0"/>
                <a:sym typeface="Courier New" charset="0"/>
              </a:rPr>
              <a:t>fun(3)  -&gt;</a:t>
            </a:r>
            <a:r>
              <a:rPr lang="en-US" sz="1800" dirty="0">
                <a:latin typeface="Courier New" charset="0"/>
                <a:ea typeface="Monaco" charset="0"/>
                <a:cs typeface="Monaco" charset="0"/>
                <a:sym typeface="Courier New" charset="0"/>
              </a:rPr>
              <a:t>	2.0000006104</a:t>
            </a:r>
            <a:endParaRPr lang="en-US" dirty="0">
              <a:latin typeface="Arial Narrow" charset="0"/>
              <a:ea typeface="Lucida Grande" charset="0"/>
              <a:cs typeface="Lucida Grande" charset="0"/>
              <a:sym typeface="Arial Narrow" charset="0"/>
            </a:endParaRPr>
          </a:p>
          <a:p>
            <a:pPr lvl="0"/>
            <a:r>
              <a:rPr lang="en-US" sz="1800" dirty="0">
                <a:latin typeface="Courier New" charset="0"/>
                <a:ea typeface="Courier New" charset="0"/>
                <a:cs typeface="Courier New" charset="0"/>
                <a:sym typeface="Courier New" charset="0"/>
              </a:rPr>
              <a:t>fun(4)  -&gt;</a:t>
            </a:r>
            <a:r>
              <a:rPr lang="en-US" sz="1800" dirty="0">
                <a:latin typeface="Courier New" charset="0"/>
                <a:ea typeface="Monaco" charset="0"/>
                <a:cs typeface="Monaco" charset="0"/>
                <a:sym typeface="Courier New" charset="0"/>
              </a:rPr>
              <a:t>	</a:t>
            </a:r>
            <a:r>
              <a:rPr lang="en-US" sz="1800" dirty="0">
                <a:solidFill>
                  <a:srgbClr val="FF0000"/>
                </a:solidFill>
                <a:latin typeface="Comic Sans MS" panose="030F0902030302020204" pitchFamily="66" charset="0"/>
                <a:ea typeface="Monaco" charset="0"/>
                <a:cs typeface="Calibri" panose="020F0502020204030204" pitchFamily="34" charset="0"/>
                <a:sym typeface="Courier New" charset="0"/>
              </a:rPr>
              <a:t>Segmentation fault</a:t>
            </a:r>
            <a:endParaRPr lang="en-US" dirty="0">
              <a:solidFill>
                <a:srgbClr val="FF0000"/>
              </a:solidFill>
              <a:latin typeface="Comic Sans MS" panose="030F0902030302020204" pitchFamily="66" charset="0"/>
              <a:ea typeface="Lucida Grande" charset="0"/>
              <a:cs typeface="Calibri" panose="020F0502020204030204" pitchFamily="34" charset="0"/>
              <a:sym typeface="Arial Narrow" charset="0"/>
            </a:endParaRPr>
          </a:p>
        </p:txBody>
      </p:sp>
      <p:sp>
        <p:nvSpPr>
          <p:cNvPr id="18436" name="Rectangle 4"/>
          <p:cNvSpPr>
            <a:spLocks/>
          </p:cNvSpPr>
          <p:nvPr/>
        </p:nvSpPr>
        <p:spPr bwMode="auto">
          <a:xfrm>
            <a:off x="2209800" y="1524000"/>
            <a:ext cx="6553200" cy="2844800"/>
          </a:xfrm>
          <a:prstGeom prst="rect">
            <a:avLst/>
          </a:prstGeom>
          <a:solidFill>
            <a:srgbClr val="F8F6D9"/>
          </a:solidFill>
          <a:ln w="635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63500" tIns="63500" rIns="63500" bIns="63500">
            <a:prstTxWarp prst="textNoShape">
              <a:avLst/>
            </a:prstTxWarp>
          </a:bodyPr>
          <a:lstStyle/>
          <a:p>
            <a:pPr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 err="1">
                <a:latin typeface="Courier New"/>
                <a:ea typeface="Monaco" charset="0"/>
                <a:cs typeface="Courier New"/>
                <a:sym typeface="Monaco" charset="0"/>
              </a:rPr>
              <a:t>typedef</a:t>
            </a:r>
            <a:r>
              <a:rPr lang="en-US" sz="1600" b="1" dirty="0">
                <a:latin typeface="Courier New"/>
                <a:ea typeface="Monaco" charset="0"/>
                <a:cs typeface="Courier New"/>
                <a:sym typeface="Monaco" charset="0"/>
              </a:rPr>
              <a:t> </a:t>
            </a:r>
            <a:r>
              <a:rPr lang="en-US" sz="1600" b="1" dirty="0" err="1">
                <a:latin typeface="Courier New"/>
                <a:ea typeface="Monaco" charset="0"/>
                <a:cs typeface="Courier New"/>
                <a:sym typeface="Monaco" charset="0"/>
              </a:rPr>
              <a:t>struct</a:t>
            </a:r>
            <a:r>
              <a:rPr lang="en-US" sz="1600" b="1" dirty="0">
                <a:latin typeface="Courier New"/>
                <a:ea typeface="Monaco" charset="0"/>
                <a:cs typeface="Courier New"/>
                <a:sym typeface="Monaco" charset="0"/>
              </a:rPr>
              <a:t> {</a:t>
            </a:r>
          </a:p>
          <a:p>
            <a:pPr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latin typeface="Courier New"/>
                <a:ea typeface="Monaco" charset="0"/>
                <a:cs typeface="Courier New"/>
                <a:sym typeface="Monaco" charset="0"/>
              </a:rPr>
              <a:t>  </a:t>
            </a:r>
            <a:r>
              <a:rPr lang="en-US" sz="1600" b="1" dirty="0" err="1">
                <a:latin typeface="Courier New"/>
                <a:ea typeface="Monaco" charset="0"/>
                <a:cs typeface="Courier New"/>
                <a:sym typeface="Monaco" charset="0"/>
              </a:rPr>
              <a:t>int</a:t>
            </a:r>
            <a:r>
              <a:rPr lang="en-US" sz="1600" b="1" dirty="0">
                <a:latin typeface="Courier New"/>
                <a:ea typeface="Monaco" charset="0"/>
                <a:cs typeface="Courier New"/>
                <a:sym typeface="Monaco" charset="0"/>
              </a:rPr>
              <a:t> a[2];</a:t>
            </a:r>
          </a:p>
          <a:p>
            <a:pPr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latin typeface="Courier New"/>
                <a:ea typeface="Monaco" charset="0"/>
                <a:cs typeface="Courier New"/>
                <a:sym typeface="Monaco" charset="0"/>
              </a:rPr>
              <a:t>  double d;</a:t>
            </a:r>
          </a:p>
          <a:p>
            <a:pPr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latin typeface="Courier New"/>
                <a:ea typeface="Monaco" charset="0"/>
                <a:cs typeface="Courier New"/>
                <a:sym typeface="Monaco" charset="0"/>
              </a:rPr>
              <a:t>} </a:t>
            </a:r>
            <a:r>
              <a:rPr lang="en-US" sz="1600" b="1" dirty="0" err="1">
                <a:latin typeface="Courier New"/>
                <a:ea typeface="Monaco" charset="0"/>
                <a:cs typeface="Courier New"/>
                <a:sym typeface="Monaco" charset="0"/>
              </a:rPr>
              <a:t>struct_t</a:t>
            </a:r>
            <a:r>
              <a:rPr lang="en-US" sz="1600" b="1" dirty="0">
                <a:latin typeface="Courier New"/>
                <a:ea typeface="Monaco" charset="0"/>
                <a:cs typeface="Courier New"/>
                <a:sym typeface="Monaco" charset="0"/>
              </a:rPr>
              <a:t>;</a:t>
            </a:r>
          </a:p>
          <a:p>
            <a:pPr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endParaRPr lang="en-US" sz="1600" b="1" dirty="0">
              <a:latin typeface="Courier New"/>
              <a:ea typeface="Monaco" charset="0"/>
              <a:cs typeface="Courier New"/>
              <a:sym typeface="Monaco" charset="0"/>
            </a:endParaRPr>
          </a:p>
          <a:p>
            <a:pPr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latin typeface="Courier New"/>
                <a:ea typeface="Monaco" charset="0"/>
                <a:cs typeface="Courier New"/>
                <a:sym typeface="Monaco" charset="0"/>
              </a:rPr>
              <a:t>double fun(</a:t>
            </a:r>
            <a:r>
              <a:rPr lang="en-US" sz="1600" b="1" dirty="0" err="1">
                <a:latin typeface="Courier New"/>
                <a:ea typeface="Monaco" charset="0"/>
                <a:cs typeface="Courier New"/>
                <a:sym typeface="Monaco" charset="0"/>
              </a:rPr>
              <a:t>int</a:t>
            </a:r>
            <a:r>
              <a:rPr lang="en-US" sz="1600" b="1" dirty="0">
                <a:latin typeface="Courier New"/>
                <a:ea typeface="Monaco" charset="0"/>
                <a:cs typeface="Courier New"/>
                <a:sym typeface="Monaco" charset="0"/>
              </a:rPr>
              <a:t> </a:t>
            </a:r>
            <a:r>
              <a:rPr lang="en-US" sz="1600" b="1" dirty="0" err="1">
                <a:latin typeface="Courier New"/>
                <a:ea typeface="Monaco" charset="0"/>
                <a:cs typeface="Courier New"/>
                <a:sym typeface="Monaco" charset="0"/>
              </a:rPr>
              <a:t>i</a:t>
            </a:r>
            <a:r>
              <a:rPr lang="en-US" sz="1600" b="1" dirty="0">
                <a:latin typeface="Courier New"/>
                <a:ea typeface="Monaco" charset="0"/>
                <a:cs typeface="Courier New"/>
                <a:sym typeface="Monaco" charset="0"/>
              </a:rPr>
              <a:t>) {</a:t>
            </a:r>
          </a:p>
          <a:p>
            <a:pPr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latin typeface="Courier New"/>
                <a:ea typeface="Monaco" charset="0"/>
                <a:cs typeface="Courier New"/>
                <a:sym typeface="Monaco" charset="0"/>
              </a:rPr>
              <a:t>  </a:t>
            </a:r>
            <a:r>
              <a:rPr lang="en-US" sz="1600" b="1" dirty="0" err="1">
                <a:latin typeface="Courier New"/>
                <a:ea typeface="Monaco" charset="0"/>
                <a:cs typeface="Courier New"/>
                <a:sym typeface="Monaco" charset="0"/>
              </a:rPr>
              <a:t>struct_t</a:t>
            </a:r>
            <a:r>
              <a:rPr lang="en-US" sz="1600" b="1" dirty="0">
                <a:latin typeface="Courier New"/>
                <a:ea typeface="Monaco" charset="0"/>
                <a:cs typeface="Courier New"/>
                <a:sym typeface="Monaco" charset="0"/>
              </a:rPr>
              <a:t> s;</a:t>
            </a:r>
          </a:p>
          <a:p>
            <a:pPr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latin typeface="Courier New"/>
                <a:ea typeface="Monaco" charset="0"/>
                <a:cs typeface="Courier New"/>
                <a:sym typeface="Monaco" charset="0"/>
              </a:rPr>
              <a:t>  </a:t>
            </a:r>
            <a:r>
              <a:rPr lang="en-US" sz="1600" b="1" dirty="0" err="1">
                <a:latin typeface="Courier New"/>
                <a:ea typeface="Monaco" charset="0"/>
                <a:cs typeface="Courier New"/>
                <a:sym typeface="Monaco" charset="0"/>
              </a:rPr>
              <a:t>s.d</a:t>
            </a:r>
            <a:r>
              <a:rPr lang="en-US" sz="1600" b="1" dirty="0">
                <a:latin typeface="Courier New"/>
                <a:ea typeface="Monaco" charset="0"/>
                <a:cs typeface="Courier New"/>
                <a:sym typeface="Monaco" charset="0"/>
              </a:rPr>
              <a:t> = 3.14;</a:t>
            </a:r>
          </a:p>
          <a:p>
            <a:pPr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latin typeface="Courier New"/>
                <a:ea typeface="Monaco" charset="0"/>
                <a:cs typeface="Courier New"/>
                <a:sym typeface="Monaco" charset="0"/>
              </a:rPr>
              <a:t>  </a:t>
            </a:r>
            <a:r>
              <a:rPr lang="en-US" sz="1600" b="1" dirty="0" err="1">
                <a:latin typeface="Courier New"/>
                <a:ea typeface="Monaco" charset="0"/>
                <a:cs typeface="Courier New"/>
                <a:sym typeface="Monaco" charset="0"/>
              </a:rPr>
              <a:t>s.a</a:t>
            </a:r>
            <a:r>
              <a:rPr lang="en-US" sz="1600" b="1" dirty="0">
                <a:latin typeface="Courier New"/>
                <a:ea typeface="Monaco" charset="0"/>
                <a:cs typeface="Courier New"/>
                <a:sym typeface="Monaco" charset="0"/>
              </a:rPr>
              <a:t>[</a:t>
            </a:r>
            <a:r>
              <a:rPr lang="en-US" sz="1600" b="1" dirty="0" err="1">
                <a:latin typeface="Courier New"/>
                <a:ea typeface="Monaco" charset="0"/>
                <a:cs typeface="Courier New"/>
                <a:sym typeface="Monaco" charset="0"/>
              </a:rPr>
              <a:t>i</a:t>
            </a:r>
            <a:r>
              <a:rPr lang="en-US" sz="1600" b="1" dirty="0">
                <a:latin typeface="Courier New"/>
                <a:ea typeface="Monaco" charset="0"/>
                <a:cs typeface="Courier New"/>
                <a:sym typeface="Monaco" charset="0"/>
              </a:rPr>
              <a:t>] = 1073741824; /* Possibly out of bounds */</a:t>
            </a:r>
          </a:p>
          <a:p>
            <a:pPr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latin typeface="Courier New"/>
                <a:ea typeface="Monaco" charset="0"/>
                <a:cs typeface="Courier New"/>
                <a:sym typeface="Monaco" charset="0"/>
              </a:rPr>
              <a:t>  return </a:t>
            </a:r>
            <a:r>
              <a:rPr lang="en-US" sz="1600" b="1" dirty="0" err="1">
                <a:latin typeface="Courier New"/>
                <a:ea typeface="Monaco" charset="0"/>
                <a:cs typeface="Courier New"/>
                <a:sym typeface="Monaco" charset="0"/>
              </a:rPr>
              <a:t>s.d</a:t>
            </a:r>
            <a:r>
              <a:rPr lang="en-US" sz="1600" b="1" dirty="0">
                <a:latin typeface="Courier New"/>
                <a:ea typeface="Monaco" charset="0"/>
                <a:cs typeface="Courier New"/>
                <a:sym typeface="Monaco" charset="0"/>
              </a:rPr>
              <a:t>;</a:t>
            </a:r>
          </a:p>
          <a:p>
            <a:pPr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latin typeface="Courier New"/>
                <a:ea typeface="Monaco" charset="0"/>
                <a:cs typeface="Courier New"/>
                <a:sym typeface="Monaco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37675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8" grpId="0" build="p"/>
      <p:bldP spid="18437" grpId="0" build="p" bldLvl="2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b="1" dirty="0"/>
              <a:t>Memory Referencing Bug Example</a:t>
            </a: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F762CD40-DB28-5942-AFA0-05F05E726D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29600" y="6248400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31E6C9A-129B-7F48-9D65-CF071176AE39}" type="slidenum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19460" name="Rectangle 4"/>
          <p:cNvSpPr>
            <a:spLocks/>
          </p:cNvSpPr>
          <p:nvPr/>
        </p:nvSpPr>
        <p:spPr bwMode="auto">
          <a:xfrm>
            <a:off x="2209800" y="1524000"/>
            <a:ext cx="2209800" cy="1320800"/>
          </a:xfrm>
          <a:prstGeom prst="rect">
            <a:avLst/>
          </a:prstGeom>
          <a:solidFill>
            <a:srgbClr val="F8F6D9"/>
          </a:solidFill>
          <a:ln w="635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63500" tIns="63500" rIns="63500" bIns="63500">
            <a:prstTxWarp prst="textNoShape">
              <a:avLst/>
            </a:prstTxWarp>
          </a:bodyPr>
          <a:lstStyle/>
          <a:p>
            <a:pPr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 err="1">
                <a:latin typeface="Courier New"/>
                <a:ea typeface="Monaco" charset="0"/>
                <a:cs typeface="Courier New"/>
                <a:sym typeface="Monaco" charset="0"/>
              </a:rPr>
              <a:t>typedef</a:t>
            </a:r>
            <a:r>
              <a:rPr lang="en-US" sz="1600" b="1" dirty="0">
                <a:latin typeface="Courier New"/>
                <a:ea typeface="Monaco" charset="0"/>
                <a:cs typeface="Courier New"/>
                <a:sym typeface="Monaco" charset="0"/>
              </a:rPr>
              <a:t> </a:t>
            </a:r>
            <a:r>
              <a:rPr lang="en-US" sz="1600" b="1" dirty="0" err="1">
                <a:latin typeface="Courier New"/>
                <a:ea typeface="Monaco" charset="0"/>
                <a:cs typeface="Courier New"/>
                <a:sym typeface="Monaco" charset="0"/>
              </a:rPr>
              <a:t>struct</a:t>
            </a:r>
            <a:r>
              <a:rPr lang="en-US" sz="1600" b="1" dirty="0">
                <a:latin typeface="Courier New"/>
                <a:ea typeface="Monaco" charset="0"/>
                <a:cs typeface="Courier New"/>
                <a:sym typeface="Monaco" charset="0"/>
              </a:rPr>
              <a:t> {</a:t>
            </a:r>
          </a:p>
          <a:p>
            <a:pPr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latin typeface="Courier New"/>
                <a:ea typeface="Monaco" charset="0"/>
                <a:cs typeface="Courier New"/>
                <a:sym typeface="Monaco" charset="0"/>
              </a:rPr>
              <a:t>  </a:t>
            </a:r>
            <a:r>
              <a:rPr lang="en-US" sz="1600" b="1" dirty="0" err="1">
                <a:latin typeface="Courier New"/>
                <a:ea typeface="Monaco" charset="0"/>
                <a:cs typeface="Courier New"/>
                <a:sym typeface="Monaco" charset="0"/>
              </a:rPr>
              <a:t>int</a:t>
            </a:r>
            <a:r>
              <a:rPr lang="en-US" sz="1600" b="1" dirty="0">
                <a:latin typeface="Courier New"/>
                <a:ea typeface="Monaco" charset="0"/>
                <a:cs typeface="Courier New"/>
                <a:sym typeface="Monaco" charset="0"/>
              </a:rPr>
              <a:t> a[2];</a:t>
            </a:r>
          </a:p>
          <a:p>
            <a:pPr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latin typeface="Courier New"/>
                <a:ea typeface="Monaco" charset="0"/>
                <a:cs typeface="Courier New"/>
                <a:sym typeface="Monaco" charset="0"/>
              </a:rPr>
              <a:t>  double d;</a:t>
            </a:r>
          </a:p>
          <a:p>
            <a:pPr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latin typeface="Courier New"/>
                <a:ea typeface="Monaco" charset="0"/>
                <a:cs typeface="Courier New"/>
                <a:sym typeface="Monaco" charset="0"/>
              </a:rPr>
              <a:t>} </a:t>
            </a:r>
            <a:r>
              <a:rPr lang="en-US" sz="1600" b="1" dirty="0" err="1">
                <a:latin typeface="Courier New"/>
                <a:ea typeface="Monaco" charset="0"/>
                <a:cs typeface="Courier New"/>
                <a:sym typeface="Monaco" charset="0"/>
              </a:rPr>
              <a:t>struct_t</a:t>
            </a:r>
            <a:r>
              <a:rPr lang="en-US" sz="1600" b="1" dirty="0">
                <a:latin typeface="Courier New"/>
                <a:ea typeface="Monaco" charset="0"/>
                <a:cs typeface="Courier New"/>
                <a:sym typeface="Monaco" charset="0"/>
              </a:rPr>
              <a:t>;</a:t>
            </a:r>
          </a:p>
        </p:txBody>
      </p:sp>
      <p:sp>
        <p:nvSpPr>
          <p:cNvPr id="19461" name="Rectangle 5"/>
          <p:cNvSpPr>
            <a:spLocks/>
          </p:cNvSpPr>
          <p:nvPr/>
        </p:nvSpPr>
        <p:spPr bwMode="auto">
          <a:xfrm>
            <a:off x="6553200" y="1524000"/>
            <a:ext cx="3962400" cy="1828800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>
            <a:prstTxWarp prst="textNoShape">
              <a:avLst/>
            </a:prstTxWarp>
          </a:bodyPr>
          <a:lstStyle/>
          <a:p>
            <a:r>
              <a:rPr lang="en-US" sz="1800" dirty="0">
                <a:latin typeface="Courier New" charset="0"/>
                <a:ea typeface="Zapf Dingbats" charset="2"/>
                <a:cs typeface="Zapf Dingbats" charset="2"/>
                <a:sym typeface="Courier New" charset="0"/>
              </a:rPr>
              <a:t>fun(0)  -&gt;	3.1400000000</a:t>
            </a:r>
            <a:endParaRPr lang="en-US" dirty="0">
              <a:latin typeface="Arial Narrow" charset="0"/>
              <a:ea typeface="Lucida Grande" charset="0"/>
              <a:cs typeface="Lucida Grande" charset="0"/>
              <a:sym typeface="Arial Narrow" charset="0"/>
            </a:endParaRPr>
          </a:p>
          <a:p>
            <a:pPr lvl="0"/>
            <a:r>
              <a:rPr lang="en-US" sz="1800" dirty="0">
                <a:latin typeface="Courier New" charset="0"/>
                <a:ea typeface="Courier New" charset="0"/>
                <a:cs typeface="Courier New" charset="0"/>
                <a:sym typeface="Courier New" charset="0"/>
              </a:rPr>
              <a:t>fun(1)  -&gt;</a:t>
            </a:r>
            <a:r>
              <a:rPr lang="en-US" sz="1800" dirty="0">
                <a:latin typeface="Courier New" charset="0"/>
                <a:ea typeface="Monaco" charset="0"/>
                <a:cs typeface="Monaco" charset="0"/>
                <a:sym typeface="Courier New" charset="0"/>
              </a:rPr>
              <a:t>	3.14</a:t>
            </a:r>
            <a:r>
              <a:rPr lang="en-US" sz="1800" dirty="0">
                <a:solidFill>
                  <a:srgbClr val="000000"/>
                </a:solidFill>
                <a:latin typeface="Courier New" charset="0"/>
                <a:ea typeface="Zapf Dingbats" charset="2"/>
                <a:cs typeface="Zapf Dingbats" charset="2"/>
                <a:sym typeface="Courier New" charset="0"/>
              </a:rPr>
              <a:t>00000000</a:t>
            </a:r>
            <a:endParaRPr lang="en-US" dirty="0">
              <a:latin typeface="Arial Narrow" charset="0"/>
              <a:ea typeface="Lucida Grande" charset="0"/>
              <a:cs typeface="Lucida Grande" charset="0"/>
              <a:sym typeface="Arial Narrow" charset="0"/>
            </a:endParaRPr>
          </a:p>
          <a:p>
            <a:r>
              <a:rPr lang="en-US" sz="1800" dirty="0">
                <a:latin typeface="Courier New" charset="0"/>
                <a:ea typeface="Courier New" charset="0"/>
                <a:cs typeface="Courier New" charset="0"/>
                <a:sym typeface="Courier New" charset="0"/>
              </a:rPr>
              <a:t>fun(2)  -&gt;</a:t>
            </a:r>
            <a:r>
              <a:rPr lang="en-US" sz="1800" dirty="0">
                <a:latin typeface="Courier New" charset="0"/>
                <a:ea typeface="Monaco" charset="0"/>
                <a:cs typeface="Monaco" charset="0"/>
                <a:sym typeface="Courier New" charset="0"/>
              </a:rPr>
              <a:t>	3.1399998665</a:t>
            </a:r>
            <a:endParaRPr lang="en-US" dirty="0">
              <a:latin typeface="Arial Narrow" charset="0"/>
              <a:ea typeface="Lucida Grande" charset="0"/>
              <a:cs typeface="Lucida Grande" charset="0"/>
              <a:sym typeface="Arial Narrow" charset="0"/>
            </a:endParaRPr>
          </a:p>
          <a:p>
            <a:r>
              <a:rPr lang="en-US" sz="1800" dirty="0">
                <a:latin typeface="Courier New" charset="0"/>
                <a:ea typeface="Courier New" charset="0"/>
                <a:cs typeface="Courier New" charset="0"/>
                <a:sym typeface="Courier New" charset="0"/>
              </a:rPr>
              <a:t>fun(3)  -&gt;</a:t>
            </a:r>
            <a:r>
              <a:rPr lang="en-US" sz="1800" dirty="0">
                <a:latin typeface="Courier New" charset="0"/>
                <a:ea typeface="Monaco" charset="0"/>
                <a:cs typeface="Monaco" charset="0"/>
                <a:sym typeface="Courier New" charset="0"/>
              </a:rPr>
              <a:t>	2.0000006104</a:t>
            </a:r>
            <a:endParaRPr lang="en-US" dirty="0">
              <a:latin typeface="Arial Narrow" charset="0"/>
              <a:ea typeface="Lucida Grande" charset="0"/>
              <a:cs typeface="Lucida Grande" charset="0"/>
              <a:sym typeface="Arial Narrow" charset="0"/>
            </a:endParaRPr>
          </a:p>
          <a:p>
            <a:r>
              <a:rPr lang="en-US" sz="1800" dirty="0">
                <a:latin typeface="Courier New" charset="0"/>
                <a:ea typeface="Courier New" charset="0"/>
                <a:cs typeface="Courier New" charset="0"/>
                <a:sym typeface="Courier New" charset="0"/>
              </a:rPr>
              <a:t>fun(4)  -&gt;</a:t>
            </a:r>
            <a:r>
              <a:rPr lang="en-US" sz="1800" dirty="0">
                <a:latin typeface="Courier New" charset="0"/>
                <a:ea typeface="Monaco" charset="0"/>
                <a:cs typeface="Monaco" charset="0"/>
                <a:sym typeface="Courier New" charset="0"/>
              </a:rPr>
              <a:t>	</a:t>
            </a:r>
            <a:r>
              <a:rPr lang="en-US" sz="1800" dirty="0">
                <a:solidFill>
                  <a:srgbClr val="FF0000"/>
                </a:solidFill>
                <a:latin typeface="Comic Sans MS" panose="030F0902030302020204" pitchFamily="66" charset="0"/>
                <a:ea typeface="Monaco" charset="0"/>
                <a:cs typeface="Calibri"/>
                <a:sym typeface="Courier New" charset="0"/>
              </a:rPr>
              <a:t>Segmentation fault</a:t>
            </a:r>
          </a:p>
          <a:p>
            <a:pPr lvl="0"/>
            <a:r>
              <a:rPr lang="en-US" sz="1800" dirty="0">
                <a:latin typeface="Courier New" charset="0"/>
                <a:ea typeface="Courier New" charset="0"/>
                <a:cs typeface="Courier New" charset="0"/>
                <a:sym typeface="Courier New" charset="0"/>
              </a:rPr>
              <a:t>fun(8)  -&gt;</a:t>
            </a:r>
            <a:r>
              <a:rPr lang="en-US" sz="1800" dirty="0">
                <a:latin typeface="Courier New" charset="0"/>
                <a:ea typeface="Monaco" charset="0"/>
                <a:cs typeface="Monaco" charset="0"/>
                <a:sym typeface="Courier New" charset="0"/>
              </a:rPr>
              <a:t>	3.14</a:t>
            </a:r>
            <a:r>
              <a:rPr lang="en-US" sz="1800" dirty="0">
                <a:solidFill>
                  <a:srgbClr val="000000"/>
                </a:solidFill>
                <a:latin typeface="Courier New" charset="0"/>
                <a:ea typeface="Zapf Dingbats" charset="2"/>
                <a:cs typeface="Zapf Dingbats" charset="2"/>
                <a:sym typeface="Courier New" charset="0"/>
              </a:rPr>
              <a:t>00000000</a:t>
            </a:r>
            <a:endParaRPr lang="en-US" sz="1800" dirty="0">
              <a:solidFill>
                <a:srgbClr val="000000"/>
              </a:solidFill>
              <a:latin typeface="Arial Narrow" charset="0"/>
              <a:ea typeface="Lucida Grande" charset="0"/>
              <a:cs typeface="Lucida Grande" charset="0"/>
              <a:sym typeface="Arial Narrow" charset="0"/>
            </a:endParaRPr>
          </a:p>
        </p:txBody>
      </p:sp>
      <p:sp>
        <p:nvSpPr>
          <p:cNvPr id="19462" name="AutoShape 6"/>
          <p:cNvSpPr>
            <a:spLocks/>
          </p:cNvSpPr>
          <p:nvPr/>
        </p:nvSpPr>
        <p:spPr bwMode="auto">
          <a:xfrm>
            <a:off x="6172200" y="3124200"/>
            <a:ext cx="304800" cy="3429000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0" y="0"/>
                </a:moveTo>
                <a:cubicBezTo>
                  <a:pt x="5965" y="0"/>
                  <a:pt x="10800" y="631"/>
                  <a:pt x="10800" y="1409"/>
                </a:cubicBezTo>
                <a:lnTo>
                  <a:pt x="10800" y="9391"/>
                </a:lnTo>
                <a:cubicBezTo>
                  <a:pt x="10800" y="10169"/>
                  <a:pt x="15635" y="10800"/>
                  <a:pt x="21600" y="10800"/>
                </a:cubicBezTo>
                <a:cubicBezTo>
                  <a:pt x="15635" y="10800"/>
                  <a:pt x="10800" y="11431"/>
                  <a:pt x="10800" y="12209"/>
                </a:cubicBezTo>
                <a:lnTo>
                  <a:pt x="10800" y="20191"/>
                </a:lnTo>
                <a:cubicBezTo>
                  <a:pt x="10800" y="20969"/>
                  <a:pt x="5965" y="21600"/>
                  <a:pt x="0" y="21600"/>
                </a:cubicBezTo>
              </a:path>
            </a:pathLst>
          </a:custGeom>
          <a:noFill/>
          <a:ln w="28575" cap="flat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463" name="Rectangle 7"/>
          <p:cNvSpPr>
            <a:spLocks/>
          </p:cNvSpPr>
          <p:nvPr/>
        </p:nvSpPr>
        <p:spPr bwMode="auto">
          <a:xfrm>
            <a:off x="6629400" y="4953000"/>
            <a:ext cx="2438400" cy="647700"/>
          </a:xfrm>
          <a:prstGeom prst="rect">
            <a:avLst/>
          </a:prstGeom>
          <a:noFill/>
          <a:ln w="1905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>
            <a:prstTxWarp prst="textNoShape">
              <a:avLst/>
            </a:prstTxWarp>
          </a:bodyPr>
          <a:lstStyle/>
          <a:p>
            <a:pPr algn="l">
              <a:lnSpc>
                <a:spcPct val="110000"/>
              </a:lnSpc>
            </a:pPr>
            <a:r>
              <a:rPr lang="en-US" sz="1800" dirty="0">
                <a:latin typeface="Comic Sans MS" panose="030F0902030302020204" pitchFamily="66" charset="0"/>
                <a:ea typeface="Calibri" charset="0"/>
                <a:cs typeface="Calibri" charset="0"/>
                <a:sym typeface="Calibri" charset="0"/>
              </a:rPr>
              <a:t>Location accessed by</a:t>
            </a:r>
            <a:r>
              <a:rPr lang="en-US" sz="1800" dirty="0">
                <a:latin typeface="Calibri" charset="0"/>
                <a:ea typeface="Calibri" charset="0"/>
                <a:cs typeface="Calibri" charset="0"/>
                <a:sym typeface="Calibri" charset="0"/>
              </a:rPr>
              <a:t> </a:t>
            </a:r>
            <a:r>
              <a:rPr lang="en-US" sz="1800" dirty="0">
                <a:latin typeface="Courier New" charset="0"/>
                <a:ea typeface="Courier New" charset="0"/>
                <a:cs typeface="Courier New" charset="0"/>
                <a:sym typeface="Courier New" charset="0"/>
              </a:rPr>
              <a:t>fun(</a:t>
            </a:r>
            <a:r>
              <a:rPr lang="en-US" sz="1800" dirty="0" err="1">
                <a:latin typeface="Courier New" charset="0"/>
                <a:ea typeface="Courier New" charset="0"/>
                <a:cs typeface="Courier New" charset="0"/>
                <a:sym typeface="Courier New" charset="0"/>
              </a:rPr>
              <a:t>i</a:t>
            </a:r>
            <a:r>
              <a:rPr lang="en-US" sz="1800" dirty="0">
                <a:latin typeface="Courier New" charset="0"/>
                <a:ea typeface="Courier New" charset="0"/>
                <a:cs typeface="Courier New" charset="0"/>
                <a:sym typeface="Courier New" charset="0"/>
              </a:rPr>
              <a:t>)</a:t>
            </a:r>
          </a:p>
        </p:txBody>
      </p:sp>
      <p:sp>
        <p:nvSpPr>
          <p:cNvPr id="19464" name="Rectangle 8"/>
          <p:cNvSpPr>
            <a:spLocks/>
          </p:cNvSpPr>
          <p:nvPr/>
        </p:nvSpPr>
        <p:spPr bwMode="auto">
          <a:xfrm>
            <a:off x="2340676" y="3117787"/>
            <a:ext cx="1240724" cy="369332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Comic Sans MS" panose="030F0902030302020204" pitchFamily="66" charset="0"/>
                <a:ea typeface="Calibri Bold" charset="0"/>
                <a:cs typeface="Calibri Bold" charset="0"/>
                <a:sym typeface="Calibri Bold" charset="0"/>
              </a:rPr>
              <a:t>Memory:</a:t>
            </a:r>
          </a:p>
        </p:txBody>
      </p:sp>
      <p:graphicFrame>
        <p:nvGraphicFramePr>
          <p:cNvPr id="19465" name="Group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3535565"/>
              </p:ext>
            </p:extLst>
          </p:nvPr>
        </p:nvGraphicFramePr>
        <p:xfrm>
          <a:off x="4038600" y="3124200"/>
          <a:ext cx="2070100" cy="3429000"/>
        </p:xfrm>
        <a:graphic>
          <a:graphicData uri="http://schemas.openxmlformats.org/drawingml/2006/table">
            <a:tbl>
              <a:tblPr/>
              <a:tblGrid>
                <a:gridCol w="163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Comic Sans MS" panose="030F0902030302020204" pitchFamily="66" charset="0"/>
                          <a:ea typeface="Monaco" charset="0"/>
                          <a:cs typeface="Calibri"/>
                          <a:sym typeface="Monaco" charset="0"/>
                        </a:rPr>
                        <a:t>???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Arial Narrow" charset="0"/>
                          <a:cs typeface="Calibri"/>
                          <a:sym typeface="Arial Narrow" charset="0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anose="030F0902030302020204" pitchFamily="66" charset="0"/>
                          <a:ea typeface="Monaco" charset="0"/>
                          <a:cs typeface="Calibri"/>
                          <a:sym typeface="Monaco" charset="0"/>
                        </a:rPr>
                        <a:t>Critical State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Arial Narrow" charset="0"/>
                          <a:cs typeface="Calibri"/>
                          <a:sym typeface="Arial Narrow" charset="0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anose="030F0902030302020204" pitchFamily="66" charset="0"/>
                          <a:ea typeface="Monaco" charset="0"/>
                          <a:cs typeface="Calibri"/>
                          <a:sym typeface="Monaco" charset="0"/>
                        </a:rPr>
                        <a:t>Critical State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Arial Narrow" charset="0"/>
                          <a:cs typeface="Calibri"/>
                          <a:sym typeface="Arial Narrow" charset="0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anose="030F0902030302020204" pitchFamily="66" charset="0"/>
                          <a:ea typeface="Monaco" charset="0"/>
                          <a:cs typeface="Calibri"/>
                          <a:sym typeface="Monaco" charset="0"/>
                        </a:rPr>
                        <a:t>Critical State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Arial Narrow" charset="0"/>
                          <a:cs typeface="Calibri"/>
                          <a:sym typeface="Arial Narrow" charset="0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anose="030F0902030302020204" pitchFamily="66" charset="0"/>
                          <a:ea typeface="Monaco" charset="0"/>
                          <a:cs typeface="Calibri"/>
                          <a:sym typeface="Monaco" charset="0"/>
                        </a:rPr>
                        <a:t>Critical State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Arial Narrow" charset="0"/>
                          <a:cs typeface="Calibri"/>
                          <a:sym typeface="Arial Narrow" charset="0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Monaco" charset="0"/>
                          <a:cs typeface="Courier New" panose="02070309020205020404" pitchFamily="49" charset="0"/>
                          <a:sym typeface="Monaco" charset="0"/>
                        </a:rPr>
                        <a:t>d7 ... d4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Arial Narrow" charset="0"/>
                          <a:cs typeface="Calibri"/>
                          <a:sym typeface="Arial Narrow" charset="0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Monaco" charset="0"/>
                          <a:cs typeface="Courier New" panose="02070309020205020404" pitchFamily="49" charset="0"/>
                          <a:sym typeface="Monaco" charset="0"/>
                        </a:rPr>
                        <a:t>d3 ... d0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Arial Narrow" charset="0"/>
                          <a:cs typeface="Calibri"/>
                          <a:sym typeface="Arial Narrow" charset="0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Monaco" charset="0"/>
                          <a:cs typeface="Courier New" panose="02070309020205020404" pitchFamily="49" charset="0"/>
                          <a:sym typeface="Monaco" charset="0"/>
                        </a:rPr>
                        <a:t>a[1]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Arial Narrow" charset="0"/>
                          <a:cs typeface="Calibri"/>
                          <a:sym typeface="Arial Narrow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Monaco" charset="0"/>
                          <a:cs typeface="Courier New" panose="02070309020205020404" pitchFamily="49" charset="0"/>
                          <a:sym typeface="Monaco" charset="0"/>
                        </a:rPr>
                        <a:t>a[0]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Arial Narrow" charset="0"/>
                          <a:cs typeface="Calibri"/>
                          <a:sym typeface="Arial Narrow" charset="0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AutoShape 6"/>
          <p:cNvSpPr>
            <a:spLocks/>
          </p:cNvSpPr>
          <p:nvPr/>
        </p:nvSpPr>
        <p:spPr bwMode="auto">
          <a:xfrm flipH="1">
            <a:off x="3581400" y="5029200"/>
            <a:ext cx="304800" cy="1524000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0" y="0"/>
                </a:moveTo>
                <a:cubicBezTo>
                  <a:pt x="5965" y="0"/>
                  <a:pt x="10800" y="631"/>
                  <a:pt x="10800" y="1409"/>
                </a:cubicBezTo>
                <a:lnTo>
                  <a:pt x="10800" y="9391"/>
                </a:lnTo>
                <a:cubicBezTo>
                  <a:pt x="10800" y="10169"/>
                  <a:pt x="15635" y="10800"/>
                  <a:pt x="21600" y="10800"/>
                </a:cubicBezTo>
                <a:cubicBezTo>
                  <a:pt x="15635" y="10800"/>
                  <a:pt x="10800" y="11431"/>
                  <a:pt x="10800" y="12209"/>
                </a:cubicBezTo>
                <a:lnTo>
                  <a:pt x="10800" y="20191"/>
                </a:lnTo>
                <a:cubicBezTo>
                  <a:pt x="10800" y="20969"/>
                  <a:pt x="5965" y="21600"/>
                  <a:pt x="0" y="21600"/>
                </a:cubicBezTo>
              </a:path>
            </a:pathLst>
          </a:custGeom>
          <a:noFill/>
          <a:ln w="28575" cap="flat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2133600" y="5638800"/>
            <a:ext cx="12928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 err="1">
                <a:latin typeface="Courier New" charset="0"/>
                <a:ea typeface="Courier New" charset="0"/>
                <a:cs typeface="Courier New" charset="0"/>
                <a:sym typeface="Courier New" charset="0"/>
              </a:rPr>
              <a:t>struct_t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637496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dirty="0"/>
              <a:t>Buffer Overflow</a:t>
            </a:r>
          </a:p>
        </p:txBody>
      </p:sp>
      <p:sp>
        <p:nvSpPr>
          <p:cNvPr id="356355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1981200" y="1600200"/>
            <a:ext cx="7924800" cy="4876800"/>
          </a:xfrm>
        </p:spPr>
        <p:txBody>
          <a:bodyPr/>
          <a:lstStyle/>
          <a:p>
            <a:r>
              <a:rPr lang="en-US" dirty="0"/>
              <a:t>Traditional Linux memory layout provide opportunities for malicious programs</a:t>
            </a:r>
          </a:p>
          <a:p>
            <a:pPr lvl="1"/>
            <a:r>
              <a:rPr lang="en-US" dirty="0"/>
              <a:t>Stack grows “backwards” in memory</a:t>
            </a:r>
          </a:p>
          <a:p>
            <a:pPr lvl="1"/>
            <a:r>
              <a:rPr lang="en-US" dirty="0"/>
              <a:t>Data and instructions both stored in the same memory</a:t>
            </a:r>
          </a:p>
          <a:p>
            <a:pPr lvl="2"/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Recall that C does not check array bounds</a:t>
            </a:r>
          </a:p>
          <a:p>
            <a:pPr lvl="1"/>
            <a:r>
              <a:rPr lang="en-US" dirty="0"/>
              <a:t>Many Unix/Linux/C functions don’t check argument sizes</a:t>
            </a:r>
          </a:p>
          <a:p>
            <a:pPr lvl="1"/>
            <a:r>
              <a:rPr lang="en-US" dirty="0"/>
              <a:t>Allows overflowing (writing past the end) of buffers (arrays)</a:t>
            </a:r>
          </a:p>
          <a:p>
            <a:pPr lvl="2"/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822266FC-1DFC-D947-9864-5B92BED26BF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29600" y="6248400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31E6C9A-129B-7F48-9D65-CF071176AE39}" type="slidenum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4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79446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6355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dirty="0"/>
              <a:t>Buffer Overflow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1981200" y="1600200"/>
            <a:ext cx="8305800" cy="51054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Buffer overflows on the stack can overwrite “interesting” data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Attackers just choose the right inputs</a:t>
            </a:r>
          </a:p>
          <a:p>
            <a:pPr lvl="2">
              <a:lnSpc>
                <a:spcPct val="120000"/>
              </a:lnSpc>
            </a:pP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Simplest form (sometimes called “stack smashing”)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Unchecked length on string input into bounded array causes overwriting of stack data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Try to change the return address of the current procedure</a:t>
            </a:r>
          </a:p>
          <a:p>
            <a:pPr lvl="2">
              <a:lnSpc>
                <a:spcPct val="120000"/>
              </a:lnSpc>
            </a:pP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Why is this a big deal?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It is (was?) the #1 technical cause of security vulnerabilities</a:t>
            </a:r>
          </a:p>
          <a:p>
            <a:pPr lvl="2">
              <a:lnSpc>
                <a:spcPct val="120000"/>
              </a:lnSpc>
            </a:pPr>
            <a:r>
              <a:rPr lang="en-US" dirty="0"/>
              <a:t>#1 overall cause is social engineering / user ignorance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0AEB0F76-6373-9243-AF5F-C26B8E5C2A0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29600" y="6248400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31E6C9A-129B-7F48-9D65-CF071176AE39}" type="slidenum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4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1872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9" name="Rectangle 5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dirty="0"/>
              <a:t>String Library Code</a:t>
            </a:r>
          </a:p>
        </p:txBody>
      </p:sp>
      <p:sp>
        <p:nvSpPr>
          <p:cNvPr id="374790" name="Rectangle 6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Implementation of Unix function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gets()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30834A20-F1C3-C342-B718-CFFD172090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29600" y="6248400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31E6C9A-129B-7F48-9D65-CF071176AE39}" type="slidenum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374788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362200" y="2273444"/>
            <a:ext cx="5029200" cy="313675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>
              <a:tabLst>
                <a:tab pos="457200" algn="l"/>
                <a:tab pos="1485900" algn="l"/>
              </a:tabLst>
            </a:pPr>
            <a:r>
              <a:rPr lang="en-US" sz="1800" i="1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/* Get string from </a:t>
            </a:r>
            <a:r>
              <a:rPr lang="en-US" sz="1800" i="1" dirty="0" err="1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stdin</a:t>
            </a:r>
            <a:r>
              <a:rPr lang="en-US" sz="1800" i="1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*/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char* gets(char* </a:t>
            </a:r>
            <a:r>
              <a:rPr lang="en-US" sz="1800" dirty="0" err="1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dest</a:t>
            </a:r>
            <a:r>
              <a:rPr lang="en-US" sz="18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) {</a:t>
            </a:r>
            <a:br>
              <a:rPr lang="en-US" sz="18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  </a:t>
            </a:r>
            <a:r>
              <a:rPr lang="en-US" sz="1800" dirty="0" err="1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int</a:t>
            </a:r>
            <a:r>
              <a:rPr lang="en-US" sz="18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c = </a:t>
            </a:r>
            <a:r>
              <a:rPr lang="en-US" sz="1800" dirty="0" err="1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getchar</a:t>
            </a:r>
            <a:r>
              <a:rPr lang="en-US" sz="18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();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  char* p = </a:t>
            </a:r>
            <a:r>
              <a:rPr lang="en-US" sz="1800" dirty="0" err="1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dest</a:t>
            </a:r>
            <a:r>
              <a:rPr lang="en-US" sz="18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accent6"/>
                </a:solidFill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  while (c != EOF &amp;&amp; c != '\n') {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accent6"/>
                </a:solidFill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      *p++ = c;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      c = </a:t>
            </a:r>
            <a:r>
              <a:rPr lang="en-US" sz="1800" dirty="0" err="1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getchar</a:t>
            </a:r>
            <a:r>
              <a:rPr lang="en-US" sz="18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();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  }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  *p = '\0';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  return </a:t>
            </a:r>
            <a:r>
              <a:rPr lang="en-US" sz="1800" dirty="0" err="1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dest</a:t>
            </a:r>
            <a:r>
              <a:rPr lang="en-US" sz="18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} </a:t>
            </a:r>
          </a:p>
        </p:txBody>
      </p:sp>
      <p:sp>
        <p:nvSpPr>
          <p:cNvPr id="2" name="TextBox 1"/>
          <p:cNvSpPr txBox="1"/>
          <p:nvPr>
            <p:custDataLst>
              <p:tags r:id="rId4"/>
            </p:custDataLst>
          </p:nvPr>
        </p:nvSpPr>
        <p:spPr>
          <a:xfrm>
            <a:off x="7751902" y="3055204"/>
            <a:ext cx="25426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mic Sans MS" panose="030F0902030302020204" pitchFamily="66" charset="0"/>
              </a:rPr>
              <a:t>pointer to start </a:t>
            </a:r>
          </a:p>
          <a:p>
            <a:r>
              <a:rPr lang="en-US" dirty="0">
                <a:solidFill>
                  <a:srgbClr val="FF0000"/>
                </a:solidFill>
                <a:latin typeface="Comic Sans MS" panose="030F0902030302020204" pitchFamily="66" charset="0"/>
              </a:rPr>
              <a:t>of an array</a:t>
            </a:r>
          </a:p>
        </p:txBody>
      </p:sp>
      <p:cxnSp>
        <p:nvCxnSpPr>
          <p:cNvPr id="4" name="Straight Arrow Connector 3"/>
          <p:cNvCxnSpPr/>
          <p:nvPr>
            <p:custDataLst>
              <p:tags r:id="rId5"/>
            </p:custDataLst>
          </p:nvPr>
        </p:nvCxnSpPr>
        <p:spPr bwMode="auto">
          <a:xfrm flipH="1" flipV="1">
            <a:off x="5257800" y="2877394"/>
            <a:ext cx="2494102" cy="418352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0" name="TextBox 9"/>
          <p:cNvSpPr txBox="1"/>
          <p:nvPr>
            <p:custDataLst>
              <p:tags r:id="rId6"/>
            </p:custDataLst>
          </p:nvPr>
        </p:nvSpPr>
        <p:spPr>
          <a:xfrm>
            <a:off x="7885289" y="4133672"/>
            <a:ext cx="165942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mic Sans MS" panose="030F0902030302020204" pitchFamily="66" charset="0"/>
              </a:rPr>
              <a:t>same as: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*p = c;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p++;</a:t>
            </a:r>
          </a:p>
        </p:txBody>
      </p:sp>
      <p:cxnSp>
        <p:nvCxnSpPr>
          <p:cNvPr id="12" name="Straight Arrow Connector 11"/>
          <p:cNvCxnSpPr/>
          <p:nvPr>
            <p:custDataLst>
              <p:tags r:id="rId7"/>
            </p:custDataLst>
          </p:nvPr>
        </p:nvCxnSpPr>
        <p:spPr bwMode="auto">
          <a:xfrm flipH="1" flipV="1">
            <a:off x="4914974" y="3860126"/>
            <a:ext cx="3015802" cy="547093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" name="Rectangle 2"/>
          <p:cNvSpPr/>
          <p:nvPr/>
        </p:nvSpPr>
        <p:spPr>
          <a:xfrm>
            <a:off x="2385415" y="5739826"/>
            <a:ext cx="71593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3474" lvl="1"/>
            <a:r>
              <a:rPr lang="en-US" sz="3200" dirty="0">
                <a:solidFill>
                  <a:schemeClr val="accent6"/>
                </a:solidFill>
                <a:latin typeface="Comic Sans MS" panose="030F0902030302020204" pitchFamily="66" charset="0"/>
              </a:rPr>
              <a:t>What could go wrong in this code?</a:t>
            </a:r>
          </a:p>
        </p:txBody>
      </p:sp>
    </p:spTree>
    <p:extLst>
      <p:ext uri="{BB962C8B-B14F-4D97-AF65-F5344CB8AC3E}">
        <p14:creationId xmlns:p14="http://schemas.microsoft.com/office/powerpoint/2010/main" val="803804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9" name="Rectangle 5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dirty="0"/>
              <a:t>String Library Code</a:t>
            </a:r>
          </a:p>
        </p:txBody>
      </p:sp>
      <p:sp>
        <p:nvSpPr>
          <p:cNvPr id="374790" name="Rectangle 6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1981200" y="1524000"/>
            <a:ext cx="8305800" cy="5105400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Implementation of Unix function gets()</a:t>
            </a:r>
          </a:p>
          <a:p>
            <a:pPr lvl="1">
              <a:lnSpc>
                <a:spcPct val="120000"/>
              </a:lnSpc>
            </a:pPr>
            <a:endParaRPr lang="en-US" dirty="0"/>
          </a:p>
          <a:p>
            <a:pPr lvl="1">
              <a:lnSpc>
                <a:spcPct val="120000"/>
              </a:lnSpc>
            </a:pPr>
            <a:endParaRPr lang="en-US" dirty="0"/>
          </a:p>
          <a:p>
            <a:pPr lvl="1">
              <a:lnSpc>
                <a:spcPct val="120000"/>
              </a:lnSpc>
            </a:pPr>
            <a:endParaRPr lang="en-US" dirty="0"/>
          </a:p>
          <a:p>
            <a:pPr lvl="1">
              <a:lnSpc>
                <a:spcPct val="120000"/>
              </a:lnSpc>
            </a:pPr>
            <a:endParaRPr lang="en-US" dirty="0"/>
          </a:p>
          <a:p>
            <a:pPr marL="457200" lvl="1" indent="0">
              <a:lnSpc>
                <a:spcPct val="120000"/>
              </a:lnSpc>
              <a:buNone/>
            </a:pPr>
            <a:endParaRPr lang="en-US" dirty="0"/>
          </a:p>
          <a:p>
            <a:pPr lvl="1">
              <a:lnSpc>
                <a:spcPct val="120000"/>
              </a:lnSpc>
            </a:pPr>
            <a:endParaRPr lang="en-US" dirty="0"/>
          </a:p>
          <a:p>
            <a:pPr lvl="1">
              <a:lnSpc>
                <a:spcPct val="120000"/>
              </a:lnSpc>
            </a:pPr>
            <a:endParaRPr lang="en-US" dirty="0"/>
          </a:p>
          <a:p>
            <a:pPr marL="457200" lvl="1" indent="0">
              <a:lnSpc>
                <a:spcPct val="120000"/>
              </a:lnSpc>
              <a:buNone/>
            </a:pPr>
            <a:br>
              <a:rPr lang="en-US" dirty="0"/>
            </a:br>
            <a:endParaRPr lang="en-US" dirty="0"/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rgbClr val="FF0000"/>
                </a:solidFill>
              </a:rPr>
              <a:t>No way to specify limit on number of characters to read</a:t>
            </a:r>
          </a:p>
          <a:p>
            <a:pPr>
              <a:lnSpc>
                <a:spcPct val="120000"/>
              </a:lnSpc>
            </a:pPr>
            <a:r>
              <a:rPr lang="en-US" dirty="0"/>
              <a:t>Similar problems with other Unix functions:</a:t>
            </a:r>
          </a:p>
          <a:p>
            <a:pPr lvl="1">
              <a:lnSpc>
                <a:spcPct val="120000"/>
              </a:lnSpc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strcpy</a:t>
            </a:r>
            <a:r>
              <a:rPr lang="en-US" dirty="0"/>
              <a:t>:  Copies string of arbitrary length to a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120000"/>
              </a:lnSpc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fscanf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sscanf</a:t>
            </a:r>
            <a:r>
              <a:rPr lang="en-US" dirty="0"/>
              <a:t>, when given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%s</a:t>
            </a:r>
            <a:r>
              <a:rPr lang="en-US" dirty="0"/>
              <a:t> specifier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6CD1FEA7-76ED-6247-BE46-9230CAEDE80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29600" y="6248400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31E6C9A-129B-7F48-9D65-CF071176AE39}" type="slidenum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7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438400" y="2057400"/>
            <a:ext cx="5029200" cy="279820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>
              <a:tabLst>
                <a:tab pos="457200" algn="l"/>
                <a:tab pos="1485900" algn="l"/>
              </a:tabLst>
            </a:pPr>
            <a:r>
              <a:rPr lang="en-US" sz="1600" i="1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/* Get string from </a:t>
            </a:r>
            <a:r>
              <a:rPr lang="en-US" sz="1600" i="1" dirty="0" err="1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stdin</a:t>
            </a:r>
            <a:r>
              <a:rPr lang="en-US" sz="1600" i="1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*/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char* gets(char* </a:t>
            </a:r>
            <a:r>
              <a:rPr lang="en-US" sz="1600" dirty="0" err="1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dest</a:t>
            </a:r>
            <a: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) {</a:t>
            </a:r>
            <a:b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c = </a:t>
            </a:r>
            <a:r>
              <a:rPr lang="en-US" sz="1600" dirty="0" err="1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getchar</a:t>
            </a:r>
            <a: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();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  char* p = </a:t>
            </a:r>
            <a:r>
              <a:rPr lang="en-US" sz="1600" dirty="0" err="1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dest</a:t>
            </a:r>
            <a: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  while (c != EOF &amp;&amp; c != '\n') {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      *p++ = c;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      c = </a:t>
            </a:r>
            <a:r>
              <a:rPr lang="en-US" sz="1600" dirty="0" err="1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getchar</a:t>
            </a:r>
            <a: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();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  }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  *p = '\0';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  return </a:t>
            </a:r>
            <a:r>
              <a:rPr lang="en-US" sz="1600" dirty="0" err="1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dest</a:t>
            </a:r>
            <a: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3152753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9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072640" y="3422636"/>
            <a:ext cx="5394960" cy="92076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/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void </a:t>
            </a:r>
            <a:r>
              <a:rPr lang="en-US" sz="1800" dirty="0" err="1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call_echo</a:t>
            </a:r>
            <a:r>
              <a:rPr lang="en-US" sz="18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() {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  echo();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3556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072640" y="1502395"/>
            <a:ext cx="5394960" cy="175176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spAutoFit/>
          </a:bodyPr>
          <a:lstStyle/>
          <a:p>
            <a:pPr>
              <a:tabLst>
                <a:tab pos="457200" algn="l"/>
                <a:tab pos="1485900" algn="l"/>
              </a:tabLst>
            </a:pPr>
            <a:r>
              <a:rPr lang="en-US" sz="1800" i="1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/* Echo Line */</a:t>
            </a:r>
            <a:br>
              <a:rPr lang="en-US" sz="1800" i="1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void echo() {</a:t>
            </a:r>
            <a:br>
              <a:rPr lang="en-US" sz="18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  char </a:t>
            </a:r>
            <a:r>
              <a:rPr lang="en-US" sz="1800" dirty="0" err="1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buf</a:t>
            </a:r>
            <a:r>
              <a:rPr lang="en-US" sz="18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[8];  </a:t>
            </a:r>
            <a:r>
              <a:rPr lang="en-US" sz="1800" i="1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/* Way too small! */</a:t>
            </a:r>
            <a:br>
              <a:rPr lang="en-US" sz="1800" i="1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  gets(</a:t>
            </a:r>
            <a:r>
              <a:rPr lang="en-US" sz="1800" dirty="0" err="1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buf</a:t>
            </a:r>
            <a:r>
              <a:rPr lang="en-US" sz="18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);</a:t>
            </a:r>
            <a:br>
              <a:rPr lang="en-US" sz="18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  puts(</a:t>
            </a:r>
            <a:r>
              <a:rPr lang="en-US" sz="1800" dirty="0" err="1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buf</a:t>
            </a:r>
            <a:r>
              <a:rPr lang="en-US" sz="18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);</a:t>
            </a:r>
            <a:br>
              <a:rPr lang="en-US" sz="18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Rectangle 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632960" y="4572001"/>
            <a:ext cx="5577840" cy="920765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>
              <a:tabLst>
                <a:tab pos="457200" algn="l"/>
                <a:tab pos="1485900" algn="l"/>
              </a:tabLst>
              <a:defRPr/>
            </a:pPr>
            <a:r>
              <a:rPr lang="en-US" sz="1800" dirty="0" err="1">
                <a:solidFill>
                  <a:schemeClr val="bg1"/>
                </a:solidFill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unix</a:t>
            </a:r>
            <a: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&gt; </a:t>
            </a:r>
            <a:r>
              <a:rPr lang="en-US" sz="1800" i="1" dirty="0">
                <a:solidFill>
                  <a:schemeClr val="bg1"/>
                </a:solidFill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./</a:t>
            </a:r>
            <a:r>
              <a:rPr lang="en-US" sz="1800" i="1" dirty="0" err="1">
                <a:solidFill>
                  <a:schemeClr val="bg1"/>
                </a:solidFill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buf-nsp</a:t>
            </a:r>
            <a:endParaRPr lang="en-US" sz="1800" i="1" dirty="0">
              <a:solidFill>
                <a:schemeClr val="bg1"/>
              </a:solidFill>
              <a:latin typeface="Courier New" panose="02070309020205020404" pitchFamily="49" charset="0"/>
              <a:ea typeface="MS Mincho" pitchFamily="49" charset="-128"/>
              <a:cs typeface="Courier New" panose="02070309020205020404" pitchFamily="49" charset="0"/>
            </a:endParaRPr>
          </a:p>
          <a:p>
            <a:pPr>
              <a:tabLst>
                <a:tab pos="457200" algn="l"/>
                <a:tab pos="1485900" algn="l"/>
              </a:tabLst>
              <a:defRPr/>
            </a:pPr>
            <a: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Enter string: </a:t>
            </a:r>
            <a:r>
              <a:rPr lang="en-US" sz="1800" i="1" dirty="0">
                <a:solidFill>
                  <a:schemeClr val="bg1"/>
                </a:solidFill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12345678901234567890123</a:t>
            </a:r>
          </a:p>
          <a:p>
            <a:pPr>
              <a:tabLst>
                <a:tab pos="457200" algn="l"/>
                <a:tab pos="1485900" algn="l"/>
              </a:tabLst>
              <a:defRPr/>
            </a:pPr>
            <a: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12345678901234567890123</a:t>
            </a:r>
          </a:p>
        </p:txBody>
      </p:sp>
      <p:sp>
        <p:nvSpPr>
          <p:cNvPr id="6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632960" y="5669281"/>
            <a:ext cx="5577840" cy="920765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>
              <a:tabLst>
                <a:tab pos="457200" algn="l"/>
                <a:tab pos="1485900" algn="l"/>
              </a:tabLst>
              <a:defRPr/>
            </a:pPr>
            <a:r>
              <a:rPr lang="en-US" sz="1800" dirty="0" err="1">
                <a:solidFill>
                  <a:schemeClr val="bg1"/>
                </a:solidFill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unix</a:t>
            </a:r>
            <a: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&gt; </a:t>
            </a:r>
            <a:r>
              <a:rPr lang="en-US" sz="1800" i="1" dirty="0">
                <a:solidFill>
                  <a:schemeClr val="bg1"/>
                </a:solidFill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./</a:t>
            </a:r>
            <a:r>
              <a:rPr lang="en-US" sz="1800" i="1" dirty="0" err="1">
                <a:solidFill>
                  <a:schemeClr val="bg1"/>
                </a:solidFill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buf-nsp</a:t>
            </a:r>
            <a:endParaRPr lang="en-US" sz="1800" i="1" dirty="0">
              <a:solidFill>
                <a:schemeClr val="bg1"/>
              </a:solidFill>
              <a:latin typeface="Courier New" panose="02070309020205020404" pitchFamily="49" charset="0"/>
              <a:ea typeface="MS Mincho" pitchFamily="49" charset="-128"/>
              <a:cs typeface="Courier New" panose="02070309020205020404" pitchFamily="49" charset="0"/>
            </a:endParaRPr>
          </a:p>
          <a:p>
            <a:pPr>
              <a:tabLst>
                <a:tab pos="457200" algn="l"/>
                <a:tab pos="1485900" algn="l"/>
              </a:tabLst>
              <a:defRPr/>
            </a:pPr>
            <a: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Enter string: </a:t>
            </a:r>
            <a:r>
              <a:rPr lang="en-US" sz="1800" i="1" dirty="0">
                <a:solidFill>
                  <a:schemeClr val="bg1"/>
                </a:solidFill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12345678901234567890123</a:t>
            </a:r>
            <a:r>
              <a:rPr lang="en-US" sz="1800" i="1" dirty="0">
                <a:solidFill>
                  <a:srgbClr val="FF0000"/>
                </a:solidFill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4</a:t>
            </a:r>
          </a:p>
          <a:p>
            <a:pPr>
              <a:tabLst>
                <a:tab pos="457200" algn="l"/>
                <a:tab pos="1485900" algn="l"/>
              </a:tabLst>
              <a:defRPr/>
            </a:pPr>
            <a: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Segmentation Fault</a:t>
            </a:r>
          </a:p>
        </p:txBody>
      </p:sp>
      <p:sp>
        <p:nvSpPr>
          <p:cNvPr id="2" name="Rectangle 1"/>
          <p:cNvSpPr/>
          <p:nvPr/>
        </p:nvSpPr>
        <p:spPr>
          <a:xfrm>
            <a:off x="6477001" y="435114"/>
            <a:ext cx="380745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dirty="0">
                <a:latin typeface="Comic Sans MS" panose="030F0902030302020204" pitchFamily="66" charset="0"/>
                <a:cs typeface="Arial" panose="020B0604020202020204" pitchFamily="34" charset="0"/>
              </a:rPr>
              <a:t>Code example to try on Thoth!</a:t>
            </a:r>
            <a:endParaRPr lang="en-US" sz="1600" dirty="0">
              <a:latin typeface="Comic Sans MS" panose="030F0902030302020204" pitchFamily="66" charset="0"/>
              <a:cs typeface="Arial" panose="020B0604020202020204" pitchFamily="34" charset="0"/>
            </a:endParaRPr>
          </a:p>
          <a:p>
            <a:pPr algn="ctr"/>
            <a:r>
              <a:rPr lang="en-US" sz="2000" dirty="0">
                <a:latin typeface="Comic Sans MS" panose="030F0902030302020204" pitchFamily="66" charset="0"/>
                <a:cs typeface="Arial" panose="020B0604020202020204" pitchFamily="34" charset="0"/>
                <a:hlinkClick r:id="rId7"/>
              </a:rPr>
              <a:t>https://bit.ly/3eWwndQ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6DD02A-7A61-F145-9491-02BAD37A3E09}"/>
              </a:ext>
            </a:extLst>
          </p:cNvPr>
          <p:cNvSpPr txBox="1"/>
          <p:nvPr/>
        </p:nvSpPr>
        <p:spPr>
          <a:xfrm>
            <a:off x="7543801" y="2004981"/>
            <a:ext cx="26885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charset="0"/>
              <a:buChar char="ç"/>
            </a:pPr>
            <a:r>
              <a:rPr lang="en-US" dirty="0">
                <a:solidFill>
                  <a:srgbClr val="FF0000"/>
                </a:solidFill>
                <a:latin typeface="Comic Sans MS" panose="030F0902030302020204" pitchFamily="66" charset="0"/>
                <a:sym typeface="Wingdings"/>
              </a:rPr>
              <a:t> BTW, how big </a:t>
            </a:r>
          </a:p>
          <a:p>
            <a:r>
              <a:rPr lang="en-US" dirty="0">
                <a:solidFill>
                  <a:srgbClr val="FF0000"/>
                </a:solidFill>
                <a:latin typeface="Comic Sans MS" panose="030F0902030302020204" pitchFamily="66" charset="0"/>
                <a:sym typeface="Wingdings"/>
              </a:rPr>
              <a:t>     is big enough?</a:t>
            </a:r>
            <a:endParaRPr lang="en-US" dirty="0">
              <a:solidFill>
                <a:srgbClr val="FF0000"/>
              </a:solidFill>
              <a:latin typeface="Comic Sans MS" panose="030F0902030302020204" pitchFamily="66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9C5355D-A64D-A743-B6A6-33EC5104A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Vulnerable Buffer Code</a:t>
            </a:r>
          </a:p>
        </p:txBody>
      </p:sp>
    </p:spTree>
    <p:extLst>
      <p:ext uri="{BB962C8B-B14F-4D97-AF65-F5344CB8AC3E}">
        <p14:creationId xmlns:p14="http://schemas.microsoft.com/office/powerpoint/2010/main" val="156005561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Buffer Overflow Disassembly</a:t>
            </a:r>
          </a:p>
        </p:txBody>
      </p:sp>
      <p:sp>
        <p:nvSpPr>
          <p:cNvPr id="448516" name="Rectangle 4"/>
          <p:cNvSpPr>
            <a:spLocks noChangeArrowheads="1"/>
          </p:cNvSpPr>
          <p:nvPr/>
        </p:nvSpPr>
        <p:spPr bwMode="auto">
          <a:xfrm>
            <a:off x="1936750" y="1981200"/>
            <a:ext cx="8350250" cy="230576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en-US" sz="1800" dirty="0">
                <a:latin typeface="Courier New" pitchFamily="49" charset="0"/>
                <a:ea typeface="MS Mincho" pitchFamily="49" charset="-128"/>
              </a:rPr>
              <a:t> 000000000040069c &lt;echo&gt;:</a:t>
            </a:r>
          </a:p>
          <a:p>
            <a:pPr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en-US" sz="1800" dirty="0">
                <a:latin typeface="Courier New" pitchFamily="49" charset="0"/>
                <a:ea typeface="MS Mincho" pitchFamily="49" charset="-128"/>
              </a:rPr>
              <a:t>  40069c:	48 83 </a:t>
            </a:r>
            <a:r>
              <a:rPr lang="en-US" sz="1800" dirty="0" err="1">
                <a:latin typeface="Courier New" pitchFamily="49" charset="0"/>
                <a:ea typeface="MS Mincho" pitchFamily="49" charset="-128"/>
              </a:rPr>
              <a:t>ec</a:t>
            </a:r>
            <a:r>
              <a:rPr lang="en-US" sz="1800" dirty="0">
                <a:latin typeface="Courier New" pitchFamily="49" charset="0"/>
                <a:ea typeface="MS Mincho" pitchFamily="49" charset="-128"/>
              </a:rPr>
              <a:t> 18          	sub    </a:t>
            </a:r>
            <a:r>
              <a:rPr lang="en-US" sz="1800" b="1" dirty="0">
                <a:solidFill>
                  <a:srgbClr val="C00000"/>
                </a:solidFill>
                <a:latin typeface="Courier New" pitchFamily="49" charset="0"/>
                <a:ea typeface="MS Mincho" pitchFamily="49" charset="-128"/>
              </a:rPr>
              <a:t>$0x18</a:t>
            </a:r>
            <a:r>
              <a:rPr lang="en-US" sz="1800" dirty="0">
                <a:latin typeface="Courier New" pitchFamily="49" charset="0"/>
                <a:ea typeface="MS Mincho" pitchFamily="49" charset="-128"/>
              </a:rPr>
              <a:t>,%rsp</a:t>
            </a:r>
          </a:p>
          <a:p>
            <a:pPr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en-US" sz="1800" dirty="0">
                <a:latin typeface="Courier New" pitchFamily="49" charset="0"/>
                <a:ea typeface="MS Mincho" pitchFamily="49" charset="-128"/>
              </a:rPr>
              <a:t>  4006a0:	48 89 e7             	</a:t>
            </a:r>
            <a:r>
              <a:rPr lang="en-US" sz="1800" dirty="0" err="1">
                <a:latin typeface="Courier New" pitchFamily="49" charset="0"/>
                <a:ea typeface="MS Mincho" pitchFamily="49" charset="-128"/>
              </a:rPr>
              <a:t>mov</a:t>
            </a:r>
            <a:r>
              <a:rPr lang="en-US" sz="1800" dirty="0">
                <a:latin typeface="Courier New" pitchFamily="49" charset="0"/>
                <a:ea typeface="MS Mincho" pitchFamily="49" charset="-128"/>
              </a:rPr>
              <a:t>    </a:t>
            </a:r>
            <a:r>
              <a:rPr lang="en-US" sz="1800" b="1" dirty="0">
                <a:solidFill>
                  <a:srgbClr val="C00000"/>
                </a:solidFill>
                <a:latin typeface="Courier New" pitchFamily="49" charset="0"/>
                <a:ea typeface="MS Mincho" pitchFamily="49" charset="-128"/>
              </a:rPr>
              <a:t>%</a:t>
            </a:r>
            <a:r>
              <a:rPr lang="en-US" sz="1800" b="1" dirty="0" err="1">
                <a:solidFill>
                  <a:srgbClr val="C00000"/>
                </a:solidFill>
                <a:latin typeface="Courier New" pitchFamily="49" charset="0"/>
                <a:ea typeface="MS Mincho" pitchFamily="49" charset="-128"/>
              </a:rPr>
              <a:t>rsp</a:t>
            </a:r>
            <a:r>
              <a:rPr lang="en-US" sz="1800" b="1" dirty="0">
                <a:solidFill>
                  <a:srgbClr val="C00000"/>
                </a:solidFill>
                <a:latin typeface="Courier New" pitchFamily="49" charset="0"/>
                <a:ea typeface="MS Mincho" pitchFamily="49" charset="-128"/>
              </a:rPr>
              <a:t>,%</a:t>
            </a:r>
            <a:r>
              <a:rPr lang="en-US" sz="1800" b="1" dirty="0" err="1">
                <a:solidFill>
                  <a:srgbClr val="C00000"/>
                </a:solidFill>
                <a:latin typeface="Courier New" pitchFamily="49" charset="0"/>
                <a:ea typeface="MS Mincho" pitchFamily="49" charset="-128"/>
              </a:rPr>
              <a:t>rdi</a:t>
            </a:r>
            <a:endParaRPr lang="en-US" sz="1800" b="1" dirty="0">
              <a:solidFill>
                <a:srgbClr val="C00000"/>
              </a:solidFill>
              <a:latin typeface="Courier New" pitchFamily="49" charset="0"/>
              <a:ea typeface="MS Mincho" pitchFamily="49" charset="-128"/>
            </a:endParaRPr>
          </a:p>
          <a:p>
            <a:pPr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en-US" sz="1800" dirty="0">
                <a:latin typeface="Courier New" pitchFamily="49" charset="0"/>
                <a:ea typeface="MS Mincho" pitchFamily="49" charset="-128"/>
              </a:rPr>
              <a:t>  4006a3:	e8 a5 </a:t>
            </a:r>
            <a:r>
              <a:rPr lang="en-US" sz="1800" dirty="0" err="1">
                <a:latin typeface="Courier New" pitchFamily="49" charset="0"/>
                <a:ea typeface="MS Mincho" pitchFamily="49" charset="-128"/>
              </a:rPr>
              <a:t>ff</a:t>
            </a:r>
            <a:r>
              <a:rPr lang="en-US" sz="1800" dirty="0">
                <a:latin typeface="Courier New" pitchFamily="49" charset="0"/>
                <a:ea typeface="MS Mincho" pitchFamily="49" charset="-128"/>
              </a:rPr>
              <a:t> </a:t>
            </a:r>
            <a:r>
              <a:rPr lang="en-US" sz="1800" dirty="0" err="1">
                <a:latin typeface="Courier New" pitchFamily="49" charset="0"/>
                <a:ea typeface="MS Mincho" pitchFamily="49" charset="-128"/>
              </a:rPr>
              <a:t>ff</a:t>
            </a:r>
            <a:r>
              <a:rPr lang="en-US" sz="1800" dirty="0">
                <a:latin typeface="Courier New" pitchFamily="49" charset="0"/>
                <a:ea typeface="MS Mincho" pitchFamily="49" charset="-128"/>
              </a:rPr>
              <a:t> </a:t>
            </a:r>
            <a:r>
              <a:rPr lang="en-US" sz="1800" dirty="0" err="1">
                <a:latin typeface="Courier New" pitchFamily="49" charset="0"/>
                <a:ea typeface="MS Mincho" pitchFamily="49" charset="-128"/>
              </a:rPr>
              <a:t>ff</a:t>
            </a:r>
            <a:r>
              <a:rPr lang="en-US" sz="1800" dirty="0">
                <a:latin typeface="Courier New" pitchFamily="49" charset="0"/>
                <a:ea typeface="MS Mincho" pitchFamily="49" charset="-128"/>
              </a:rPr>
              <a:t>       	</a:t>
            </a:r>
            <a:r>
              <a:rPr lang="en-US" sz="1800" dirty="0" err="1">
                <a:latin typeface="Courier New" pitchFamily="49" charset="0"/>
                <a:ea typeface="MS Mincho" pitchFamily="49" charset="-128"/>
              </a:rPr>
              <a:t>callq</a:t>
            </a:r>
            <a:r>
              <a:rPr lang="en-US" sz="1800" dirty="0">
                <a:latin typeface="Courier New" pitchFamily="49" charset="0"/>
                <a:ea typeface="MS Mincho" pitchFamily="49" charset="-128"/>
              </a:rPr>
              <a:t>  40064d &lt;gets&gt;</a:t>
            </a:r>
          </a:p>
          <a:p>
            <a:pPr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en-US" sz="1800" dirty="0">
                <a:latin typeface="Courier New" pitchFamily="49" charset="0"/>
                <a:ea typeface="MS Mincho" pitchFamily="49" charset="-128"/>
              </a:rPr>
              <a:t>  4006a8:	48 89 e7             	</a:t>
            </a:r>
            <a:r>
              <a:rPr lang="en-US" sz="1800" dirty="0" err="1">
                <a:latin typeface="Courier New" pitchFamily="49" charset="0"/>
                <a:ea typeface="MS Mincho" pitchFamily="49" charset="-128"/>
              </a:rPr>
              <a:t>mov</a:t>
            </a:r>
            <a:r>
              <a:rPr lang="en-US" sz="1800" dirty="0">
                <a:latin typeface="Courier New" pitchFamily="49" charset="0"/>
                <a:ea typeface="MS Mincho" pitchFamily="49" charset="-128"/>
              </a:rPr>
              <a:t>    %</a:t>
            </a:r>
            <a:r>
              <a:rPr lang="en-US" sz="1800" dirty="0" err="1">
                <a:latin typeface="Courier New" pitchFamily="49" charset="0"/>
                <a:ea typeface="MS Mincho" pitchFamily="49" charset="-128"/>
              </a:rPr>
              <a:t>rsp</a:t>
            </a:r>
            <a:r>
              <a:rPr lang="en-US" sz="1800" dirty="0">
                <a:latin typeface="Courier New" pitchFamily="49" charset="0"/>
                <a:ea typeface="MS Mincho" pitchFamily="49" charset="-128"/>
              </a:rPr>
              <a:t>,%</a:t>
            </a:r>
            <a:r>
              <a:rPr lang="en-US" sz="1800" dirty="0" err="1">
                <a:latin typeface="Courier New" pitchFamily="49" charset="0"/>
                <a:ea typeface="MS Mincho" pitchFamily="49" charset="-128"/>
              </a:rPr>
              <a:t>rdi</a:t>
            </a:r>
            <a:endParaRPr lang="en-US" sz="1800" dirty="0">
              <a:latin typeface="Courier New" pitchFamily="49" charset="0"/>
              <a:ea typeface="MS Mincho" pitchFamily="49" charset="-128"/>
            </a:endParaRPr>
          </a:p>
          <a:p>
            <a:pPr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en-US" sz="1800" dirty="0">
                <a:latin typeface="Courier New" pitchFamily="49" charset="0"/>
                <a:ea typeface="MS Mincho" pitchFamily="49" charset="-128"/>
              </a:rPr>
              <a:t>  4006ab:	e8 50 </a:t>
            </a:r>
            <a:r>
              <a:rPr lang="en-US" sz="1800" dirty="0" err="1">
                <a:latin typeface="Courier New" pitchFamily="49" charset="0"/>
                <a:ea typeface="MS Mincho" pitchFamily="49" charset="-128"/>
              </a:rPr>
              <a:t>fe</a:t>
            </a:r>
            <a:r>
              <a:rPr lang="en-US" sz="1800" dirty="0">
                <a:latin typeface="Courier New" pitchFamily="49" charset="0"/>
                <a:ea typeface="MS Mincho" pitchFamily="49" charset="-128"/>
              </a:rPr>
              <a:t> </a:t>
            </a:r>
            <a:r>
              <a:rPr lang="en-US" sz="1800" dirty="0" err="1">
                <a:latin typeface="Courier New" pitchFamily="49" charset="0"/>
                <a:ea typeface="MS Mincho" pitchFamily="49" charset="-128"/>
              </a:rPr>
              <a:t>ff</a:t>
            </a:r>
            <a:r>
              <a:rPr lang="en-US" sz="1800" dirty="0">
                <a:latin typeface="Courier New" pitchFamily="49" charset="0"/>
                <a:ea typeface="MS Mincho" pitchFamily="49" charset="-128"/>
              </a:rPr>
              <a:t> </a:t>
            </a:r>
            <a:r>
              <a:rPr lang="en-US" sz="1800" dirty="0" err="1">
                <a:latin typeface="Courier New" pitchFamily="49" charset="0"/>
                <a:ea typeface="MS Mincho" pitchFamily="49" charset="-128"/>
              </a:rPr>
              <a:t>ff</a:t>
            </a:r>
            <a:r>
              <a:rPr lang="en-US" sz="1800" dirty="0">
                <a:latin typeface="Courier New" pitchFamily="49" charset="0"/>
                <a:ea typeface="MS Mincho" pitchFamily="49" charset="-128"/>
              </a:rPr>
              <a:t>       	</a:t>
            </a:r>
            <a:r>
              <a:rPr lang="en-US" sz="1800" dirty="0" err="1">
                <a:latin typeface="Courier New" pitchFamily="49" charset="0"/>
                <a:ea typeface="MS Mincho" pitchFamily="49" charset="-128"/>
              </a:rPr>
              <a:t>callq</a:t>
            </a:r>
            <a:r>
              <a:rPr lang="en-US" sz="1800" dirty="0">
                <a:latin typeface="Courier New" pitchFamily="49" charset="0"/>
                <a:ea typeface="MS Mincho" pitchFamily="49" charset="-128"/>
              </a:rPr>
              <a:t>  400500 &lt;</a:t>
            </a:r>
            <a:r>
              <a:rPr lang="en-US" sz="1800" dirty="0" err="1">
                <a:latin typeface="Courier New" pitchFamily="49" charset="0"/>
                <a:ea typeface="MS Mincho" pitchFamily="49" charset="-128"/>
              </a:rPr>
              <a:t>puts@plt</a:t>
            </a:r>
            <a:r>
              <a:rPr lang="en-US" sz="1800" dirty="0">
                <a:latin typeface="Courier New" pitchFamily="49" charset="0"/>
                <a:ea typeface="MS Mincho" pitchFamily="49" charset="-128"/>
              </a:rPr>
              <a:t>&gt;</a:t>
            </a:r>
          </a:p>
          <a:p>
            <a:pPr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en-US" sz="1800" dirty="0">
                <a:latin typeface="Courier New" pitchFamily="49" charset="0"/>
                <a:ea typeface="MS Mincho" pitchFamily="49" charset="-128"/>
              </a:rPr>
              <a:t>  4006b0:	48 83 c4 18          	add    $0x18,%rsp</a:t>
            </a:r>
          </a:p>
          <a:p>
            <a:pPr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en-US" sz="1800" dirty="0">
                <a:latin typeface="Courier New" pitchFamily="49" charset="0"/>
                <a:ea typeface="MS Mincho" pitchFamily="49" charset="-128"/>
              </a:rPr>
              <a:t>  4006b4:	c3                   	</a:t>
            </a:r>
            <a:r>
              <a:rPr lang="en-US" sz="1800" dirty="0" err="1">
                <a:latin typeface="Courier New" pitchFamily="49" charset="0"/>
                <a:ea typeface="MS Mincho" pitchFamily="49" charset="-128"/>
              </a:rPr>
              <a:t>retq</a:t>
            </a:r>
            <a:r>
              <a:rPr lang="en-US" sz="1800" dirty="0">
                <a:latin typeface="Courier New" pitchFamily="49" charset="0"/>
                <a:ea typeface="MS Mincho" pitchFamily="49" charset="-128"/>
              </a:rPr>
              <a:t> </a:t>
            </a:r>
            <a:endParaRPr lang="ro-RO" sz="1800" dirty="0">
              <a:latin typeface="Courier New" pitchFamily="49" charset="0"/>
              <a:ea typeface="MS Mincho" pitchFamily="49" charset="-128"/>
            </a:endParaRPr>
          </a:p>
        </p:txBody>
      </p:sp>
      <p:sp>
        <p:nvSpPr>
          <p:cNvPr id="24580" name="Rectangle 5"/>
          <p:cNvSpPr>
            <a:spLocks noChangeArrowheads="1"/>
          </p:cNvSpPr>
          <p:nvPr/>
        </p:nvSpPr>
        <p:spPr bwMode="auto">
          <a:xfrm>
            <a:off x="1952554" y="4985455"/>
            <a:ext cx="8334446" cy="1474763"/>
          </a:xfrm>
          <a:prstGeom prst="rect">
            <a:avLst/>
          </a:prstGeom>
          <a:solidFill>
            <a:srgbClr val="F1C7C7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spAutoFit/>
          </a:bodyPr>
          <a:lstStyle/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S Mincho" pitchFamily="49" charset="-128"/>
              </a:rPr>
              <a:t>  4006b5:	48 83 </a:t>
            </a:r>
            <a:r>
              <a:rPr lang="en-US" sz="1800" dirty="0" err="1">
                <a:latin typeface="Courier New" pitchFamily="49" charset="0"/>
                <a:ea typeface="MS Mincho" pitchFamily="49" charset="-128"/>
              </a:rPr>
              <a:t>ec</a:t>
            </a:r>
            <a:r>
              <a:rPr lang="en-US" sz="1800" dirty="0">
                <a:latin typeface="Courier New" pitchFamily="49" charset="0"/>
                <a:ea typeface="MS Mincho" pitchFamily="49" charset="-128"/>
              </a:rPr>
              <a:t> 08          	sub    $0x8,%rsp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S Mincho" pitchFamily="49" charset="-128"/>
              </a:rPr>
              <a:t>  4006b9:	b8 00 00 00 00       	</a:t>
            </a:r>
            <a:r>
              <a:rPr lang="en-US" sz="1800" dirty="0" err="1">
                <a:latin typeface="Courier New" pitchFamily="49" charset="0"/>
                <a:ea typeface="MS Mincho" pitchFamily="49" charset="-128"/>
              </a:rPr>
              <a:t>mov</a:t>
            </a:r>
            <a:r>
              <a:rPr lang="en-US" sz="1800" dirty="0">
                <a:latin typeface="Courier New" pitchFamily="49" charset="0"/>
                <a:ea typeface="MS Mincho" pitchFamily="49" charset="-128"/>
              </a:rPr>
              <a:t>    $0x0,%eax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S Mincho" pitchFamily="49" charset="-128"/>
              </a:rPr>
              <a:t>  4006be:	e8 d9 </a:t>
            </a:r>
            <a:r>
              <a:rPr lang="en-US" sz="1800" dirty="0" err="1">
                <a:latin typeface="Courier New" pitchFamily="49" charset="0"/>
                <a:ea typeface="MS Mincho" pitchFamily="49" charset="-128"/>
              </a:rPr>
              <a:t>ff</a:t>
            </a:r>
            <a:r>
              <a:rPr lang="en-US" sz="1800" dirty="0">
                <a:latin typeface="Courier New" pitchFamily="49" charset="0"/>
                <a:ea typeface="MS Mincho" pitchFamily="49" charset="-128"/>
              </a:rPr>
              <a:t> </a:t>
            </a:r>
            <a:r>
              <a:rPr lang="en-US" sz="1800" dirty="0" err="1">
                <a:latin typeface="Courier New" pitchFamily="49" charset="0"/>
                <a:ea typeface="MS Mincho" pitchFamily="49" charset="-128"/>
              </a:rPr>
              <a:t>ff</a:t>
            </a:r>
            <a:r>
              <a:rPr lang="en-US" sz="1800" dirty="0">
                <a:latin typeface="Courier New" pitchFamily="49" charset="0"/>
                <a:ea typeface="MS Mincho" pitchFamily="49" charset="-128"/>
              </a:rPr>
              <a:t> </a:t>
            </a:r>
            <a:r>
              <a:rPr lang="en-US" sz="1800" dirty="0" err="1">
                <a:latin typeface="Courier New" pitchFamily="49" charset="0"/>
                <a:ea typeface="MS Mincho" pitchFamily="49" charset="-128"/>
              </a:rPr>
              <a:t>ff</a:t>
            </a:r>
            <a:r>
              <a:rPr lang="en-US" sz="1800" dirty="0">
                <a:latin typeface="Courier New" pitchFamily="49" charset="0"/>
                <a:ea typeface="MS Mincho" pitchFamily="49" charset="-128"/>
              </a:rPr>
              <a:t>       	</a:t>
            </a:r>
            <a:r>
              <a:rPr lang="en-US" sz="1800" dirty="0" err="1">
                <a:latin typeface="Courier New" pitchFamily="49" charset="0"/>
                <a:ea typeface="MS Mincho" pitchFamily="49" charset="-128"/>
              </a:rPr>
              <a:t>callq</a:t>
            </a:r>
            <a:r>
              <a:rPr lang="en-US" sz="1800" dirty="0">
                <a:latin typeface="Courier New" pitchFamily="49" charset="0"/>
                <a:ea typeface="MS Mincho" pitchFamily="49" charset="-128"/>
              </a:rPr>
              <a:t>  40069c &lt;echo&gt;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S Mincho" pitchFamily="49" charset="-128"/>
              </a:rPr>
              <a:t>  </a:t>
            </a:r>
            <a:r>
              <a:rPr lang="en-US" sz="1800" b="1" dirty="0">
                <a:solidFill>
                  <a:srgbClr val="0070C0"/>
                </a:solidFill>
                <a:latin typeface="Courier New" pitchFamily="49" charset="0"/>
                <a:ea typeface="MS Mincho" pitchFamily="49" charset="-128"/>
              </a:rPr>
              <a:t>4006c3</a:t>
            </a:r>
            <a:r>
              <a:rPr lang="en-US" sz="1800" dirty="0">
                <a:latin typeface="Courier New" pitchFamily="49" charset="0"/>
                <a:ea typeface="MS Mincho" pitchFamily="49" charset="-128"/>
              </a:rPr>
              <a:t>:	48 83 c4 08          	add    $0x8,%rsp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S Mincho" pitchFamily="49" charset="-128"/>
              </a:rPr>
              <a:t>  4006c7:	c3                   	</a:t>
            </a:r>
            <a:r>
              <a:rPr lang="en-US" sz="1800" dirty="0" err="1">
                <a:latin typeface="Courier New" pitchFamily="49" charset="0"/>
                <a:ea typeface="MS Mincho" pitchFamily="49" charset="-128"/>
              </a:rPr>
              <a:t>retq</a:t>
            </a:r>
            <a:r>
              <a:rPr lang="en-US" sz="1800" dirty="0">
                <a:latin typeface="Courier New" pitchFamily="49" charset="0"/>
                <a:ea typeface="MS Mincho" pitchFamily="49" charset="-128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5001" y="4495801"/>
            <a:ext cx="16209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mic Sans MS" panose="030F0902030302020204" pitchFamily="66" charset="0"/>
              </a:rPr>
              <a:t>call_echo</a:t>
            </a:r>
            <a:r>
              <a:rPr lang="en-US" dirty="0">
                <a:latin typeface="Comic Sans MS" panose="030F0902030302020204" pitchFamily="66" charset="0"/>
              </a:rPr>
              <a:t>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36751" y="1470580"/>
            <a:ext cx="9428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mic Sans MS" panose="030F0902030302020204" pitchFamily="66" charset="0"/>
              </a:rPr>
              <a:t>echo: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F1FD63C-A8A9-144A-B144-6E7DF364350F}"/>
              </a:ext>
            </a:extLst>
          </p:cNvPr>
          <p:cNvCxnSpPr>
            <a:cxnSpLocks/>
          </p:cNvCxnSpPr>
          <p:nvPr/>
        </p:nvCxnSpPr>
        <p:spPr bwMode="auto">
          <a:xfrm flipH="1">
            <a:off x="7924800" y="1755578"/>
            <a:ext cx="685800" cy="530423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EECA0E6-46F3-D643-863D-846A2EEA7FF4}"/>
              </a:ext>
            </a:extLst>
          </p:cNvPr>
          <p:cNvSpPr txBox="1"/>
          <p:nvPr/>
        </p:nvSpPr>
        <p:spPr>
          <a:xfrm>
            <a:off x="8153400" y="1447801"/>
            <a:ext cx="2409634" cy="307777"/>
          </a:xfrm>
          <a:prstGeom prst="rect">
            <a:avLst/>
          </a:prstGeom>
          <a:noFill/>
        </p:spPr>
        <p:txBody>
          <a:bodyPr wrap="square" tIns="0" bIns="0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Comic Sans MS" panose="030F0902030302020204" pitchFamily="66" charset="0"/>
              </a:rPr>
              <a:t>24 bytes (decimal)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F4ADF81-E2EF-3440-8805-7DC2AB138FDA}"/>
              </a:ext>
            </a:extLst>
          </p:cNvPr>
          <p:cNvCxnSpPr>
            <a:cxnSpLocks/>
            <a:stCxn id="13" idx="1"/>
          </p:cNvCxnSpPr>
          <p:nvPr/>
        </p:nvCxnSpPr>
        <p:spPr bwMode="auto">
          <a:xfrm flipH="1">
            <a:off x="3175952" y="4649689"/>
            <a:ext cx="2250052" cy="1277128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B537F25-C5AD-B940-9880-962CD978F3CD}"/>
              </a:ext>
            </a:extLst>
          </p:cNvPr>
          <p:cNvSpPr txBox="1"/>
          <p:nvPr/>
        </p:nvSpPr>
        <p:spPr>
          <a:xfrm>
            <a:off x="5426005" y="4495801"/>
            <a:ext cx="1984839" cy="307777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Comic Sans MS" panose="030F0902030302020204" pitchFamily="66" charset="0"/>
              </a:rPr>
              <a:t>return address</a:t>
            </a:r>
          </a:p>
        </p:txBody>
      </p:sp>
    </p:spTree>
    <p:extLst>
      <p:ext uri="{BB962C8B-B14F-4D97-AF65-F5344CB8AC3E}">
        <p14:creationId xmlns:p14="http://schemas.microsoft.com/office/powerpoint/2010/main" val="207237481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Buffer Overflow Stack Example</a:t>
            </a:r>
          </a:p>
        </p:txBody>
      </p:sp>
      <p:sp>
        <p:nvSpPr>
          <p:cNvPr id="19" name="Rectangle 6">
            <a:extLst>
              <a:ext uri="{FF2B5EF4-FFF2-40B4-BE49-F238E27FC236}">
                <a16:creationId xmlns:a16="http://schemas.microsoft.com/office/drawing/2014/main" id="{F7B59DA7-534A-CF4E-9E83-1840A8B1DF1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29600" y="6248400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31E6C9A-129B-7F48-9D65-CF071176AE39}" type="slidenum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360451" name="Rectangle 3"/>
          <p:cNvSpPr>
            <a:spLocks noChangeArrowheads="1"/>
          </p:cNvSpPr>
          <p:nvPr/>
        </p:nvSpPr>
        <p:spPr bwMode="auto">
          <a:xfrm>
            <a:off x="7620000" y="4724400"/>
            <a:ext cx="2601912" cy="13516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>
              <a:tabLst>
                <a:tab pos="457200" algn="l"/>
                <a:tab pos="3146425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echo:</a:t>
            </a:r>
          </a:p>
          <a:p>
            <a:pPr>
              <a:tabLst>
                <a:tab pos="457200" algn="l"/>
                <a:tab pos="3146425" algn="l"/>
              </a:tabLst>
              <a:defRPr/>
            </a:pPr>
            <a:r>
              <a:rPr lang="en-US" sz="1600" b="1" dirty="0">
                <a:latin typeface="Courier New" pitchFamily="49" charset="0"/>
                <a:ea typeface="MS Mincho" pitchFamily="49" charset="-128"/>
              </a:rPr>
              <a:t>  </a:t>
            </a:r>
            <a:r>
              <a:rPr lang="en-US" sz="1600" b="1" dirty="0" err="1">
                <a:solidFill>
                  <a:srgbClr val="C00000"/>
                </a:solidFill>
                <a:latin typeface="Courier New" pitchFamily="49" charset="0"/>
                <a:ea typeface="MS Mincho" pitchFamily="49" charset="-128"/>
              </a:rPr>
              <a:t>subq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ea typeface="MS Mincho" pitchFamily="49" charset="-128"/>
              </a:rPr>
              <a:t> $0x18, %</a:t>
            </a:r>
            <a:r>
              <a:rPr lang="en-US" sz="1600" b="1" dirty="0" err="1">
                <a:solidFill>
                  <a:srgbClr val="C00000"/>
                </a:solidFill>
                <a:latin typeface="Courier New" pitchFamily="49" charset="0"/>
                <a:ea typeface="MS Mincho" pitchFamily="49" charset="-128"/>
              </a:rPr>
              <a:t>rsp</a:t>
            </a:r>
            <a:endParaRPr lang="en-US" sz="1600" b="1" dirty="0">
              <a:solidFill>
                <a:srgbClr val="C00000"/>
              </a:solidFill>
              <a:latin typeface="Courier New" pitchFamily="49" charset="0"/>
              <a:ea typeface="MS Mincho" pitchFamily="49" charset="-128"/>
            </a:endParaRPr>
          </a:p>
          <a:p>
            <a:pPr>
              <a:tabLst>
                <a:tab pos="457200" algn="l"/>
                <a:tab pos="3146425" algn="l"/>
              </a:tabLst>
              <a:defRPr/>
            </a:pP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ea typeface="MS Mincho" pitchFamily="49" charset="-128"/>
              </a:rPr>
              <a:t>  </a:t>
            </a:r>
            <a:r>
              <a:rPr lang="en-US" sz="1600" b="1" dirty="0" err="1">
                <a:solidFill>
                  <a:srgbClr val="C00000"/>
                </a:solidFill>
                <a:latin typeface="Courier New" pitchFamily="49" charset="0"/>
                <a:ea typeface="MS Mincho" pitchFamily="49" charset="-128"/>
              </a:rPr>
              <a:t>movq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ea typeface="MS Mincho" pitchFamily="49" charset="-128"/>
              </a:rPr>
              <a:t>  %</a:t>
            </a:r>
            <a:r>
              <a:rPr lang="en-US" sz="1600" b="1" dirty="0" err="1">
                <a:solidFill>
                  <a:srgbClr val="C00000"/>
                </a:solidFill>
                <a:latin typeface="Courier New" pitchFamily="49" charset="0"/>
                <a:ea typeface="MS Mincho" pitchFamily="49" charset="-128"/>
              </a:rPr>
              <a:t>rsp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ea typeface="MS Mincho" pitchFamily="49" charset="-128"/>
              </a:rPr>
              <a:t>, %</a:t>
            </a:r>
            <a:r>
              <a:rPr lang="en-US" sz="1600" b="1" dirty="0" err="1">
                <a:solidFill>
                  <a:srgbClr val="C00000"/>
                </a:solidFill>
                <a:latin typeface="Courier New" pitchFamily="49" charset="0"/>
                <a:ea typeface="MS Mincho" pitchFamily="49" charset="-128"/>
              </a:rPr>
              <a:t>rdi</a:t>
            </a:r>
            <a:endParaRPr lang="en-US" sz="1600" b="1" dirty="0">
              <a:solidFill>
                <a:srgbClr val="C00000"/>
              </a:solidFill>
              <a:latin typeface="Courier New" pitchFamily="49" charset="0"/>
              <a:ea typeface="MS Mincho" pitchFamily="49" charset="-128"/>
            </a:endParaRPr>
          </a:p>
          <a:p>
            <a:pPr>
              <a:tabLst>
                <a:tab pos="457200" algn="l"/>
                <a:tab pos="3146425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  call  gets</a:t>
            </a:r>
          </a:p>
          <a:p>
            <a:pPr>
              <a:tabLst>
                <a:tab pos="457200" algn="l"/>
                <a:tab pos="3146425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  . . .</a:t>
            </a:r>
          </a:p>
        </p:txBody>
      </p:sp>
      <p:sp>
        <p:nvSpPr>
          <p:cNvPr id="25604" name="Rectangle 4"/>
          <p:cNvSpPr>
            <a:spLocks noChangeArrowheads="1"/>
          </p:cNvSpPr>
          <p:nvPr/>
        </p:nvSpPr>
        <p:spPr bwMode="auto">
          <a:xfrm>
            <a:off x="5181600" y="2209801"/>
            <a:ext cx="5105400" cy="1812925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/>
          <a:p>
            <a:pPr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/* Echo Line */</a:t>
            </a:r>
            <a:br>
              <a:rPr lang="en-US" sz="1600" dirty="0">
                <a:latin typeface="Courier New" pitchFamily="49" charset="0"/>
                <a:ea typeface="MS Mincho" pitchFamily="49" charset="-128"/>
              </a:rPr>
            </a:br>
            <a:r>
              <a:rPr lang="en-US" sz="1600" dirty="0">
                <a:latin typeface="Courier New" pitchFamily="49" charset="0"/>
                <a:ea typeface="MS Mincho" pitchFamily="49" charset="-128"/>
              </a:rPr>
              <a:t>void echo()</a:t>
            </a:r>
            <a:br>
              <a:rPr lang="en-US" sz="1600" dirty="0">
                <a:latin typeface="Courier New" pitchFamily="49" charset="0"/>
                <a:ea typeface="MS Mincho" pitchFamily="49" charset="-128"/>
              </a:rPr>
            </a:br>
            <a:r>
              <a:rPr lang="en-US" sz="1600" dirty="0">
                <a:latin typeface="Courier New" pitchFamily="49" charset="0"/>
                <a:ea typeface="MS Mincho" pitchFamily="49" charset="-128"/>
              </a:rPr>
              <a:t>{</a:t>
            </a:r>
            <a:br>
              <a:rPr lang="en-US" sz="1600" dirty="0">
                <a:latin typeface="Courier New" pitchFamily="49" charset="0"/>
                <a:ea typeface="MS Mincho" pitchFamily="49" charset="-128"/>
              </a:rPr>
            </a:br>
            <a:r>
              <a:rPr lang="en-US" sz="1600" dirty="0">
                <a:latin typeface="Courier New" pitchFamily="49" charset="0"/>
                <a:ea typeface="MS Mincho" pitchFamily="49" charset="-128"/>
              </a:rPr>
              <a:t>   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ea typeface="MS Mincho" pitchFamily="49" charset="-128"/>
              </a:rPr>
              <a:t>char </a:t>
            </a:r>
            <a:r>
              <a:rPr lang="en-US" sz="1600" b="1" dirty="0" err="1">
                <a:solidFill>
                  <a:srgbClr val="C00000"/>
                </a:solidFill>
                <a:latin typeface="Courier New" pitchFamily="49" charset="0"/>
                <a:ea typeface="MS Mincho" pitchFamily="49" charset="-128"/>
              </a:rPr>
              <a:t>buf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ea typeface="MS Mincho" pitchFamily="49" charset="-128"/>
              </a:rPr>
              <a:t>[4];  </a:t>
            </a:r>
            <a:r>
              <a:rPr lang="en-US" sz="1600" dirty="0">
                <a:latin typeface="Courier New" pitchFamily="49" charset="0"/>
                <a:ea typeface="MS Mincho" pitchFamily="49" charset="-128"/>
              </a:rPr>
              <a:t>/* Way too small! */</a:t>
            </a:r>
            <a:br>
              <a:rPr lang="en-US" sz="1600" dirty="0">
                <a:latin typeface="Courier New" pitchFamily="49" charset="0"/>
                <a:ea typeface="MS Mincho" pitchFamily="49" charset="-128"/>
              </a:rPr>
            </a:br>
            <a:r>
              <a:rPr lang="en-US" sz="1600" dirty="0">
                <a:latin typeface="Courier New" pitchFamily="49" charset="0"/>
                <a:ea typeface="MS Mincho" pitchFamily="49" charset="-128"/>
              </a:rPr>
              <a:t>    gets(</a:t>
            </a:r>
            <a:r>
              <a:rPr lang="en-US" sz="1600" dirty="0" err="1">
                <a:latin typeface="Courier New" pitchFamily="49" charset="0"/>
                <a:ea typeface="MS Mincho" pitchFamily="49" charset="-128"/>
              </a:rPr>
              <a:t>buf</a:t>
            </a:r>
            <a:r>
              <a:rPr lang="en-US" sz="1600" dirty="0">
                <a:latin typeface="Courier New" pitchFamily="49" charset="0"/>
                <a:ea typeface="MS Mincho" pitchFamily="49" charset="-128"/>
              </a:rPr>
              <a:t>);</a:t>
            </a:r>
            <a:br>
              <a:rPr lang="en-US" sz="1600" dirty="0">
                <a:latin typeface="Courier New" pitchFamily="49" charset="0"/>
                <a:ea typeface="MS Mincho" pitchFamily="49" charset="-128"/>
              </a:rPr>
            </a:br>
            <a:r>
              <a:rPr lang="en-US" sz="1600" dirty="0">
                <a:latin typeface="Courier New" pitchFamily="49" charset="0"/>
                <a:ea typeface="MS Mincho" pitchFamily="49" charset="-128"/>
              </a:rPr>
              <a:t>    puts(</a:t>
            </a:r>
            <a:r>
              <a:rPr lang="en-US" sz="1600" dirty="0" err="1">
                <a:latin typeface="Courier New" pitchFamily="49" charset="0"/>
                <a:ea typeface="MS Mincho" pitchFamily="49" charset="-128"/>
              </a:rPr>
              <a:t>buf</a:t>
            </a:r>
            <a:r>
              <a:rPr lang="en-US" sz="1600" dirty="0">
                <a:latin typeface="Courier New" pitchFamily="49" charset="0"/>
                <a:ea typeface="MS Mincho" pitchFamily="49" charset="-128"/>
              </a:rPr>
              <a:t>);</a:t>
            </a:r>
            <a:br>
              <a:rPr lang="en-US" sz="1600" dirty="0">
                <a:latin typeface="Courier New" pitchFamily="49" charset="0"/>
                <a:ea typeface="MS Mincho" pitchFamily="49" charset="-128"/>
              </a:rPr>
            </a:br>
            <a:r>
              <a:rPr lang="en-US" sz="1600" dirty="0">
                <a:latin typeface="Courier New" pitchFamily="49" charset="0"/>
                <a:ea typeface="MS Mincho" pitchFamily="49" charset="-128"/>
              </a:rPr>
              <a:t>}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4E6609D-D510-754E-824A-6E1DC133F1B7}"/>
              </a:ext>
            </a:extLst>
          </p:cNvPr>
          <p:cNvGrpSpPr/>
          <p:nvPr/>
        </p:nvGrpSpPr>
        <p:grpSpPr>
          <a:xfrm>
            <a:off x="1948466" y="1553132"/>
            <a:ext cx="3679789" cy="4085669"/>
            <a:chOff x="424465" y="1553131"/>
            <a:chExt cx="3679789" cy="4085669"/>
          </a:xfrm>
        </p:grpSpPr>
        <p:sp>
          <p:nvSpPr>
            <p:cNvPr id="360470" name="Rectangle 22"/>
            <p:cNvSpPr>
              <a:spLocks noChangeArrowheads="1"/>
            </p:cNvSpPr>
            <p:nvPr/>
          </p:nvSpPr>
          <p:spPr bwMode="auto">
            <a:xfrm>
              <a:off x="533400" y="3127374"/>
              <a:ext cx="1797050" cy="608299"/>
            </a:xfrm>
            <a:prstGeom prst="rect">
              <a:avLst/>
            </a:prstGeom>
            <a:solidFill>
              <a:srgbClr val="D5F1C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alibri" pitchFamily="34" charset="0"/>
                </a:rPr>
                <a:t>Return Address</a:t>
              </a:r>
            </a:p>
            <a:p>
              <a:pPr algn="ctr">
                <a:defRPr/>
              </a:pPr>
              <a:r>
                <a:rPr lang="en-US" sz="1800" dirty="0">
                  <a:latin typeface="Calibri" pitchFamily="34" charset="0"/>
                </a:rPr>
                <a:t>(8 bytes)</a:t>
              </a:r>
            </a:p>
          </p:txBody>
        </p:sp>
        <p:sp>
          <p:nvSpPr>
            <p:cNvPr id="360477" name="Line 29"/>
            <p:cNvSpPr>
              <a:spLocks noChangeShapeType="1"/>
            </p:cNvSpPr>
            <p:nvPr/>
          </p:nvSpPr>
          <p:spPr bwMode="auto">
            <a:xfrm flipH="1">
              <a:off x="2952750" y="5438704"/>
              <a:ext cx="4508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0478" name="Rectangle 30"/>
            <p:cNvSpPr>
              <a:spLocks noChangeArrowheads="1"/>
            </p:cNvSpPr>
            <p:nvPr/>
          </p:nvSpPr>
          <p:spPr bwMode="auto">
            <a:xfrm>
              <a:off x="3365500" y="5265666"/>
              <a:ext cx="73875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rsp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360479" name="Rectangle 31"/>
            <p:cNvSpPr>
              <a:spLocks noChangeArrowheads="1"/>
            </p:cNvSpPr>
            <p:nvPr/>
          </p:nvSpPr>
          <p:spPr bwMode="auto">
            <a:xfrm>
              <a:off x="533400" y="1984375"/>
              <a:ext cx="1797050" cy="1143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 algn="ctr">
                <a:defRPr/>
              </a:pPr>
              <a:r>
                <a:rPr lang="en-US" sz="1800" dirty="0">
                  <a:latin typeface="Comic Sans MS" panose="030F0902030302020204" pitchFamily="66" charset="0"/>
                </a:rPr>
                <a:t>Stack Frame</a:t>
              </a:r>
            </a:p>
            <a:p>
              <a:pPr algn="ctr">
                <a:defRPr/>
              </a:pPr>
              <a:r>
                <a:rPr lang="en-US" sz="1800" dirty="0">
                  <a:latin typeface="Comic Sans MS" panose="030F0902030302020204" pitchFamily="66" charset="0"/>
                </a:rPr>
                <a:t>for </a:t>
              </a:r>
              <a:r>
                <a:rPr lang="en-US" sz="1800" dirty="0" err="1">
                  <a:latin typeface="Courier New" pitchFamily="49" charset="0"/>
                </a:rPr>
                <a:t>call_echo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360472" name="Rectangle 24"/>
            <p:cNvSpPr>
              <a:spLocks noChangeArrowheads="1"/>
            </p:cNvSpPr>
            <p:nvPr/>
          </p:nvSpPr>
          <p:spPr bwMode="auto">
            <a:xfrm>
              <a:off x="533400" y="5272088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C00000"/>
                  </a:solidFill>
                  <a:latin typeface="Courier New" pitchFamily="49" charset="0"/>
                </a:rPr>
                <a:t>[3]</a:t>
              </a:r>
            </a:p>
          </p:txBody>
        </p:sp>
        <p:sp>
          <p:nvSpPr>
            <p:cNvPr id="360473" name="Rectangle 25"/>
            <p:cNvSpPr>
              <a:spLocks noChangeArrowheads="1"/>
            </p:cNvSpPr>
            <p:nvPr/>
          </p:nvSpPr>
          <p:spPr bwMode="auto">
            <a:xfrm>
              <a:off x="982663" y="5272088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>
                  <a:solidFill>
                    <a:srgbClr val="C00000"/>
                  </a:solidFill>
                  <a:latin typeface="Courier New" pitchFamily="49" charset="0"/>
                </a:rPr>
                <a:t>[2]</a:t>
              </a:r>
            </a:p>
          </p:txBody>
        </p:sp>
        <p:sp>
          <p:nvSpPr>
            <p:cNvPr id="360474" name="Rectangle 26"/>
            <p:cNvSpPr>
              <a:spLocks noChangeArrowheads="1"/>
            </p:cNvSpPr>
            <p:nvPr/>
          </p:nvSpPr>
          <p:spPr bwMode="auto">
            <a:xfrm>
              <a:off x="1431925" y="5272088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>
                  <a:solidFill>
                    <a:srgbClr val="C00000"/>
                  </a:solidFill>
                  <a:latin typeface="Courier New" pitchFamily="49" charset="0"/>
                </a:rPr>
                <a:t>[1]</a:t>
              </a:r>
            </a:p>
          </p:txBody>
        </p:sp>
        <p:sp>
          <p:nvSpPr>
            <p:cNvPr id="360475" name="Rectangle 27"/>
            <p:cNvSpPr>
              <a:spLocks noChangeArrowheads="1"/>
            </p:cNvSpPr>
            <p:nvPr/>
          </p:nvSpPr>
          <p:spPr bwMode="auto">
            <a:xfrm>
              <a:off x="1881188" y="5272088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>
                  <a:solidFill>
                    <a:srgbClr val="C00000"/>
                  </a:solidFill>
                  <a:latin typeface="Courier New" pitchFamily="49" charset="0"/>
                </a:rPr>
                <a:t>[0]</a:t>
              </a:r>
            </a:p>
          </p:txBody>
        </p:sp>
        <p:sp>
          <p:nvSpPr>
            <p:cNvPr id="360476" name="Rectangle 28"/>
            <p:cNvSpPr>
              <a:spLocks noChangeArrowheads="1"/>
            </p:cNvSpPr>
            <p:nvPr/>
          </p:nvSpPr>
          <p:spPr bwMode="auto">
            <a:xfrm>
              <a:off x="2330450" y="5272088"/>
              <a:ext cx="593725" cy="3667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 dirty="0" err="1">
                  <a:solidFill>
                    <a:srgbClr val="C00000"/>
                  </a:solidFill>
                  <a:latin typeface="Courier New" pitchFamily="49" charset="0"/>
                </a:rPr>
                <a:t>buf</a:t>
              </a:r>
              <a:endParaRPr lang="en-US" sz="1800" dirty="0">
                <a:solidFill>
                  <a:srgbClr val="C00000"/>
                </a:solidFill>
                <a:latin typeface="Courier New" pitchFamily="49" charset="0"/>
              </a:endParaRPr>
            </a:p>
          </p:txBody>
        </p:sp>
        <p:sp>
          <p:nvSpPr>
            <p:cNvPr id="16" name="TextBox 15"/>
            <p:cNvSpPr txBox="1">
              <a:spLocks noChangeArrowheads="1"/>
            </p:cNvSpPr>
            <p:nvPr/>
          </p:nvSpPr>
          <p:spPr bwMode="auto">
            <a:xfrm>
              <a:off x="424465" y="1553131"/>
              <a:ext cx="220284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800" i="1" u="sng" dirty="0">
                  <a:solidFill>
                    <a:srgbClr val="C00000"/>
                  </a:solidFill>
                  <a:latin typeface="Comic Sans MS" panose="030F0902030302020204" pitchFamily="66" charset="0"/>
                </a:rPr>
                <a:t>Before</a:t>
              </a:r>
              <a:r>
                <a:rPr lang="en-US" sz="1800" i="1" dirty="0">
                  <a:solidFill>
                    <a:srgbClr val="C00000"/>
                  </a:solidFill>
                  <a:latin typeface="Comic Sans MS" panose="030F0902030302020204" pitchFamily="66" charset="0"/>
                </a:rPr>
                <a:t> call to gets</a:t>
              </a:r>
            </a:p>
          </p:txBody>
        </p:sp>
        <p:sp>
          <p:nvSpPr>
            <p:cNvPr id="18" name="Rectangle 23"/>
            <p:cNvSpPr>
              <a:spLocks noChangeArrowheads="1"/>
            </p:cNvSpPr>
            <p:nvPr/>
          </p:nvSpPr>
          <p:spPr bwMode="auto">
            <a:xfrm>
              <a:off x="533400" y="3736975"/>
              <a:ext cx="1797050" cy="1531207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alibri" pitchFamily="34" charset="0"/>
                </a:rPr>
                <a:t>20 bytes unused</a:t>
              </a:r>
              <a:endParaRPr lang="en-US" sz="1800" dirty="0">
                <a:latin typeface="Courier New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680923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0451" grpId="0" animBg="1"/>
      <p:bldP spid="2560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Buffer Overflow Stack Example</a:t>
            </a:r>
          </a:p>
        </p:txBody>
      </p:sp>
      <p:sp>
        <p:nvSpPr>
          <p:cNvPr id="37" name="Rectangle 6">
            <a:extLst>
              <a:ext uri="{FF2B5EF4-FFF2-40B4-BE49-F238E27FC236}">
                <a16:creationId xmlns:a16="http://schemas.microsoft.com/office/drawing/2014/main" id="{08233F5C-C58B-6941-BD07-940894A947F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29600" y="6248400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31E6C9A-129B-7F48-9D65-CF071176AE39}" type="slidenum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360451" name="Rectangle 3"/>
          <p:cNvSpPr>
            <a:spLocks noChangeArrowheads="1"/>
          </p:cNvSpPr>
          <p:nvPr/>
        </p:nvSpPr>
        <p:spPr bwMode="auto">
          <a:xfrm>
            <a:off x="7380288" y="1676400"/>
            <a:ext cx="2601912" cy="132087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>
              <a:tabLst>
                <a:tab pos="457200" algn="l"/>
                <a:tab pos="3146425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echo:</a:t>
            </a:r>
          </a:p>
          <a:p>
            <a:pPr>
              <a:tabLst>
                <a:tab pos="457200" algn="l"/>
                <a:tab pos="3146425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  </a:t>
            </a:r>
            <a:r>
              <a:rPr lang="en-US" sz="1600" dirty="0" err="1">
                <a:latin typeface="Courier New" pitchFamily="49" charset="0"/>
                <a:ea typeface="MS Mincho" pitchFamily="49" charset="-128"/>
              </a:rPr>
              <a:t>subq</a:t>
            </a:r>
            <a:r>
              <a:rPr lang="en-US" sz="1600" dirty="0">
                <a:latin typeface="Courier New" pitchFamily="49" charset="0"/>
                <a:ea typeface="MS Mincho" pitchFamily="49" charset="-128"/>
              </a:rPr>
              <a:t>  $0x18, %</a:t>
            </a:r>
            <a:r>
              <a:rPr lang="en-US" sz="1600" dirty="0" err="1">
                <a:latin typeface="Courier New" pitchFamily="49" charset="0"/>
                <a:ea typeface="MS Mincho" pitchFamily="49" charset="-128"/>
              </a:rPr>
              <a:t>rsp</a:t>
            </a:r>
            <a:endParaRPr lang="en-US" sz="1600" dirty="0">
              <a:latin typeface="Courier New" pitchFamily="49" charset="0"/>
              <a:ea typeface="MS Mincho" pitchFamily="49" charset="-128"/>
            </a:endParaRPr>
          </a:p>
          <a:p>
            <a:pPr>
              <a:tabLst>
                <a:tab pos="457200" algn="l"/>
                <a:tab pos="3146425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  </a:t>
            </a:r>
            <a:r>
              <a:rPr lang="en-US" sz="1600" dirty="0" err="1">
                <a:latin typeface="Courier New" pitchFamily="49" charset="0"/>
                <a:ea typeface="MS Mincho" pitchFamily="49" charset="-128"/>
              </a:rPr>
              <a:t>movq</a:t>
            </a:r>
            <a:r>
              <a:rPr lang="en-US" sz="1600" dirty="0">
                <a:latin typeface="Courier New" pitchFamily="49" charset="0"/>
                <a:ea typeface="MS Mincho" pitchFamily="49" charset="-128"/>
              </a:rPr>
              <a:t>  %</a:t>
            </a:r>
            <a:r>
              <a:rPr lang="en-US" sz="1600" dirty="0" err="1">
                <a:latin typeface="Courier New" pitchFamily="49" charset="0"/>
                <a:ea typeface="MS Mincho" pitchFamily="49" charset="-128"/>
              </a:rPr>
              <a:t>rsp</a:t>
            </a:r>
            <a:r>
              <a:rPr lang="en-US" sz="1600" dirty="0">
                <a:latin typeface="Courier New" pitchFamily="49" charset="0"/>
                <a:ea typeface="MS Mincho" pitchFamily="49" charset="-128"/>
              </a:rPr>
              <a:t>, %</a:t>
            </a:r>
            <a:r>
              <a:rPr lang="en-US" sz="1600" dirty="0" err="1">
                <a:latin typeface="Courier New" pitchFamily="49" charset="0"/>
                <a:ea typeface="MS Mincho" pitchFamily="49" charset="-128"/>
              </a:rPr>
              <a:t>rdi</a:t>
            </a:r>
            <a:endParaRPr lang="en-US" sz="1600" dirty="0">
              <a:latin typeface="Courier New" pitchFamily="49" charset="0"/>
              <a:ea typeface="MS Mincho" pitchFamily="49" charset="-128"/>
            </a:endParaRPr>
          </a:p>
          <a:p>
            <a:pPr>
              <a:tabLst>
                <a:tab pos="457200" algn="l"/>
                <a:tab pos="3146425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  call  gets</a:t>
            </a:r>
          </a:p>
          <a:p>
            <a:pPr>
              <a:tabLst>
                <a:tab pos="457200" algn="l"/>
                <a:tab pos="3146425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  . . .</a:t>
            </a:r>
          </a:p>
        </p:txBody>
      </p:sp>
      <p:sp>
        <p:nvSpPr>
          <p:cNvPr id="25604" name="Rectangle 4"/>
          <p:cNvSpPr>
            <a:spLocks noChangeArrowheads="1"/>
          </p:cNvSpPr>
          <p:nvPr/>
        </p:nvSpPr>
        <p:spPr bwMode="auto">
          <a:xfrm>
            <a:off x="4941888" y="1676400"/>
            <a:ext cx="2438400" cy="1567096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spAutoFit/>
          </a:bodyPr>
          <a:lstStyle/>
          <a:p>
            <a:pPr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void </a:t>
            </a:r>
            <a:r>
              <a:rPr lang="en-US" sz="1600" b="1" dirty="0">
                <a:solidFill>
                  <a:srgbClr val="0070C0"/>
                </a:solidFill>
                <a:latin typeface="Courier New" pitchFamily="49" charset="0"/>
                <a:ea typeface="MS Mincho" pitchFamily="49" charset="-128"/>
              </a:rPr>
              <a:t>echo</a:t>
            </a:r>
            <a:r>
              <a:rPr lang="en-US" sz="1600" dirty="0">
                <a:latin typeface="Courier New" pitchFamily="49" charset="0"/>
                <a:ea typeface="MS Mincho" pitchFamily="49" charset="-128"/>
              </a:rPr>
              <a:t>()</a:t>
            </a:r>
            <a:br>
              <a:rPr lang="en-US" sz="1600" dirty="0">
                <a:latin typeface="Courier New" pitchFamily="49" charset="0"/>
                <a:ea typeface="MS Mincho" pitchFamily="49" charset="-128"/>
              </a:rPr>
            </a:br>
            <a:r>
              <a:rPr lang="en-US" sz="1600" dirty="0">
                <a:latin typeface="Courier New" pitchFamily="49" charset="0"/>
                <a:ea typeface="MS Mincho" pitchFamily="49" charset="-128"/>
              </a:rPr>
              <a:t>{</a:t>
            </a:r>
            <a:br>
              <a:rPr lang="en-US" sz="1600" dirty="0">
                <a:latin typeface="Courier New" pitchFamily="49" charset="0"/>
                <a:ea typeface="MS Mincho" pitchFamily="49" charset="-128"/>
              </a:rPr>
            </a:br>
            <a:r>
              <a:rPr lang="en-US" sz="1600" dirty="0">
                <a:latin typeface="Courier New" pitchFamily="49" charset="0"/>
                <a:ea typeface="MS Mincho" pitchFamily="49" charset="-128"/>
              </a:rPr>
              <a:t>    char </a:t>
            </a:r>
            <a:r>
              <a:rPr lang="en-US" sz="1600" dirty="0" err="1">
                <a:latin typeface="Courier New" pitchFamily="49" charset="0"/>
                <a:ea typeface="MS Mincho" pitchFamily="49" charset="-128"/>
              </a:rPr>
              <a:t>buf</a:t>
            </a:r>
            <a:r>
              <a:rPr lang="en-US" sz="1600" dirty="0">
                <a:latin typeface="Courier New" pitchFamily="49" charset="0"/>
                <a:ea typeface="MS Mincho" pitchFamily="49" charset="-128"/>
              </a:rPr>
              <a:t>[4]; 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    gets(</a:t>
            </a:r>
            <a:r>
              <a:rPr lang="en-US" sz="1600" dirty="0" err="1">
                <a:latin typeface="Courier New" pitchFamily="49" charset="0"/>
                <a:ea typeface="MS Mincho" pitchFamily="49" charset="-128"/>
              </a:rPr>
              <a:t>buf</a:t>
            </a:r>
            <a:r>
              <a:rPr lang="en-US" sz="1600" dirty="0">
                <a:latin typeface="Courier New" pitchFamily="49" charset="0"/>
                <a:ea typeface="MS Mincho" pitchFamily="49" charset="-128"/>
              </a:rPr>
              <a:t>);</a:t>
            </a:r>
            <a:br>
              <a:rPr lang="en-US" sz="1600" dirty="0">
                <a:latin typeface="Courier New" pitchFamily="49" charset="0"/>
                <a:ea typeface="MS Mincho" pitchFamily="49" charset="-128"/>
              </a:rPr>
            </a:br>
            <a:r>
              <a:rPr lang="en-US" sz="1600" dirty="0">
                <a:latin typeface="Courier New" pitchFamily="49" charset="0"/>
                <a:ea typeface="MS Mincho" pitchFamily="49" charset="-128"/>
              </a:rPr>
              <a:t>    . . .</a:t>
            </a:r>
            <a:br>
              <a:rPr lang="en-US" sz="1600" dirty="0">
                <a:latin typeface="Courier New" pitchFamily="49" charset="0"/>
                <a:ea typeface="MS Mincho" pitchFamily="49" charset="-128"/>
              </a:rPr>
            </a:br>
            <a:r>
              <a:rPr lang="en-US" sz="1600" dirty="0">
                <a:latin typeface="Courier New" pitchFamily="49" charset="0"/>
                <a:ea typeface="MS Mincho" pitchFamily="49" charset="-128"/>
              </a:rPr>
              <a:t>}</a:t>
            </a:r>
          </a:p>
        </p:txBody>
      </p:sp>
      <p:sp>
        <p:nvSpPr>
          <p:cNvPr id="25" name="Rectangle 5"/>
          <p:cNvSpPr>
            <a:spLocks noChangeArrowheads="1"/>
          </p:cNvSpPr>
          <p:nvPr/>
        </p:nvSpPr>
        <p:spPr bwMode="auto">
          <a:xfrm>
            <a:off x="5111316" y="3983836"/>
            <a:ext cx="4718485" cy="1197764"/>
          </a:xfrm>
          <a:prstGeom prst="rect">
            <a:avLst/>
          </a:prstGeom>
          <a:solidFill>
            <a:srgbClr val="F1C7C7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spAutoFit/>
          </a:bodyPr>
          <a:lstStyle/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S Mincho" pitchFamily="49" charset="-128"/>
              </a:rPr>
              <a:t>  . . .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S Mincho" pitchFamily="49" charset="-128"/>
              </a:rPr>
              <a:t>  4006be:	</a:t>
            </a:r>
            <a:r>
              <a:rPr lang="en-US" sz="1800" dirty="0" err="1">
                <a:latin typeface="Courier New" pitchFamily="49" charset="0"/>
                <a:ea typeface="MS Mincho" pitchFamily="49" charset="-128"/>
              </a:rPr>
              <a:t>callq</a:t>
            </a:r>
            <a:r>
              <a:rPr lang="en-US" sz="1800" dirty="0">
                <a:latin typeface="Courier New" pitchFamily="49" charset="0"/>
                <a:ea typeface="MS Mincho" pitchFamily="49" charset="-128"/>
              </a:rPr>
              <a:t>  4006cf &lt;</a:t>
            </a:r>
            <a:r>
              <a:rPr lang="en-US" sz="1800" b="1" dirty="0">
                <a:solidFill>
                  <a:srgbClr val="0070C0"/>
                </a:solidFill>
                <a:latin typeface="Courier New" pitchFamily="49" charset="0"/>
                <a:ea typeface="MS Mincho" pitchFamily="49" charset="-128"/>
              </a:rPr>
              <a:t>echo</a:t>
            </a:r>
            <a:r>
              <a:rPr lang="en-US" sz="1800" dirty="0">
                <a:latin typeface="Courier New" pitchFamily="49" charset="0"/>
                <a:ea typeface="MS Mincho" pitchFamily="49" charset="-128"/>
              </a:rPr>
              <a:t>&gt;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S Mincho" pitchFamily="49" charset="-128"/>
              </a:rPr>
              <a:t>  </a:t>
            </a:r>
            <a:r>
              <a:rPr lang="en-US" sz="1800" b="1" dirty="0">
                <a:solidFill>
                  <a:srgbClr val="C00000"/>
                </a:solidFill>
                <a:latin typeface="Courier New" pitchFamily="49" charset="0"/>
                <a:ea typeface="MS Mincho" pitchFamily="49" charset="-128"/>
              </a:rPr>
              <a:t>4006c3</a:t>
            </a:r>
            <a:r>
              <a:rPr lang="en-US" sz="1800" dirty="0">
                <a:latin typeface="Courier New" pitchFamily="49" charset="0"/>
                <a:ea typeface="MS Mincho" pitchFamily="49" charset="-128"/>
              </a:rPr>
              <a:t>:	add    $0x8,%rsp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S Mincho" pitchFamily="49" charset="-128"/>
              </a:rPr>
              <a:t>  . . 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90666" y="3505201"/>
            <a:ext cx="16209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mic Sans MS" panose="030F0902030302020204" pitchFamily="66" charset="0"/>
              </a:rPr>
              <a:t>call_echo</a:t>
            </a:r>
            <a:r>
              <a:rPr lang="en-US" dirty="0">
                <a:latin typeface="Comic Sans MS" panose="030F0902030302020204" pitchFamily="66" charset="0"/>
              </a:rPr>
              <a:t>:</a:t>
            </a:r>
          </a:p>
        </p:txBody>
      </p:sp>
      <p:sp>
        <p:nvSpPr>
          <p:cNvPr id="5" name="Arc 4"/>
          <p:cNvSpPr/>
          <p:nvPr/>
        </p:nvSpPr>
        <p:spPr bwMode="auto">
          <a:xfrm>
            <a:off x="4267200" y="1817688"/>
            <a:ext cx="1460500" cy="2513847"/>
          </a:xfrm>
          <a:prstGeom prst="arc">
            <a:avLst>
              <a:gd name="adj1" fmla="val 5462833"/>
              <a:gd name="adj2" fmla="val 15866911"/>
            </a:avLst>
          </a:prstGeom>
          <a:noFill/>
          <a:ln w="254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stealth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ACF1D00-8DA4-544C-8B12-BC99B7624E58}"/>
              </a:ext>
            </a:extLst>
          </p:cNvPr>
          <p:cNvGrpSpPr/>
          <p:nvPr/>
        </p:nvGrpSpPr>
        <p:grpSpPr>
          <a:xfrm>
            <a:off x="1948466" y="1553132"/>
            <a:ext cx="3635339" cy="4085669"/>
            <a:chOff x="424465" y="1553131"/>
            <a:chExt cx="3635339" cy="4085669"/>
          </a:xfrm>
        </p:grpSpPr>
        <p:sp>
          <p:nvSpPr>
            <p:cNvPr id="360470" name="Rectangle 22"/>
            <p:cNvSpPr>
              <a:spLocks noChangeArrowheads="1"/>
            </p:cNvSpPr>
            <p:nvPr/>
          </p:nvSpPr>
          <p:spPr bwMode="auto">
            <a:xfrm>
              <a:off x="533400" y="3127374"/>
              <a:ext cx="1797050" cy="60829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b="1" dirty="0">
                  <a:latin typeface="Calibri" pitchFamily="34" charset="0"/>
                </a:rPr>
                <a:t>Return Address</a:t>
              </a:r>
            </a:p>
            <a:p>
              <a:pPr algn="ctr">
                <a:defRPr/>
              </a:pPr>
              <a:r>
                <a:rPr lang="en-US" sz="1800" b="1" dirty="0">
                  <a:latin typeface="Calibri" pitchFamily="34" charset="0"/>
                </a:rPr>
                <a:t>(8 bytes)</a:t>
              </a:r>
            </a:p>
          </p:txBody>
        </p:sp>
        <p:sp>
          <p:nvSpPr>
            <p:cNvPr id="360477" name="Line 29"/>
            <p:cNvSpPr>
              <a:spLocks noChangeShapeType="1"/>
            </p:cNvSpPr>
            <p:nvPr/>
          </p:nvSpPr>
          <p:spPr bwMode="auto">
            <a:xfrm flipH="1">
              <a:off x="2895600" y="5438704"/>
              <a:ext cx="4508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0478" name="Rectangle 30"/>
            <p:cNvSpPr>
              <a:spLocks noChangeArrowheads="1"/>
            </p:cNvSpPr>
            <p:nvPr/>
          </p:nvSpPr>
          <p:spPr bwMode="auto">
            <a:xfrm>
              <a:off x="3321050" y="5265666"/>
              <a:ext cx="73875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rsp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360479" name="Rectangle 31"/>
            <p:cNvSpPr>
              <a:spLocks noChangeArrowheads="1"/>
            </p:cNvSpPr>
            <p:nvPr/>
          </p:nvSpPr>
          <p:spPr bwMode="auto">
            <a:xfrm>
              <a:off x="533400" y="1984375"/>
              <a:ext cx="1797050" cy="1143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 algn="ctr">
                <a:defRPr/>
              </a:pPr>
              <a:r>
                <a:rPr lang="en-US" sz="1800" dirty="0">
                  <a:latin typeface="Comic Sans MS" panose="030F0902030302020204" pitchFamily="66" charset="0"/>
                </a:rPr>
                <a:t>Stack Frame</a:t>
              </a:r>
            </a:p>
            <a:p>
              <a:pPr algn="ctr">
                <a:defRPr/>
              </a:pPr>
              <a:r>
                <a:rPr lang="en-US" sz="1800" dirty="0">
                  <a:latin typeface="Comic Sans MS" panose="030F0902030302020204" pitchFamily="66" charset="0"/>
                </a:rPr>
                <a:t>for </a:t>
              </a:r>
              <a:r>
                <a:rPr lang="en-US" sz="1800" dirty="0" err="1">
                  <a:latin typeface="Courier New" pitchFamily="49" charset="0"/>
                </a:rPr>
                <a:t>call_echo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360472" name="Rectangle 24"/>
            <p:cNvSpPr>
              <a:spLocks noChangeArrowheads="1"/>
            </p:cNvSpPr>
            <p:nvPr/>
          </p:nvSpPr>
          <p:spPr bwMode="auto">
            <a:xfrm>
              <a:off x="533400" y="5272088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</a:rPr>
                <a:t>[3]</a:t>
              </a:r>
            </a:p>
          </p:txBody>
        </p:sp>
        <p:sp>
          <p:nvSpPr>
            <p:cNvPr id="360473" name="Rectangle 25"/>
            <p:cNvSpPr>
              <a:spLocks noChangeArrowheads="1"/>
            </p:cNvSpPr>
            <p:nvPr/>
          </p:nvSpPr>
          <p:spPr bwMode="auto">
            <a:xfrm>
              <a:off x="982663" y="5272088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>
                  <a:latin typeface="Courier New" pitchFamily="49" charset="0"/>
                </a:rPr>
                <a:t>[2]</a:t>
              </a:r>
            </a:p>
          </p:txBody>
        </p:sp>
        <p:sp>
          <p:nvSpPr>
            <p:cNvPr id="360474" name="Rectangle 26"/>
            <p:cNvSpPr>
              <a:spLocks noChangeArrowheads="1"/>
            </p:cNvSpPr>
            <p:nvPr/>
          </p:nvSpPr>
          <p:spPr bwMode="auto">
            <a:xfrm>
              <a:off x="1431925" y="5272088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>
                  <a:latin typeface="Courier New" pitchFamily="49" charset="0"/>
                </a:rPr>
                <a:t>[1]</a:t>
              </a:r>
            </a:p>
          </p:txBody>
        </p:sp>
        <p:sp>
          <p:nvSpPr>
            <p:cNvPr id="360475" name="Rectangle 27"/>
            <p:cNvSpPr>
              <a:spLocks noChangeArrowheads="1"/>
            </p:cNvSpPr>
            <p:nvPr/>
          </p:nvSpPr>
          <p:spPr bwMode="auto">
            <a:xfrm>
              <a:off x="1881188" y="5272088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>
                  <a:latin typeface="Courier New" pitchFamily="49" charset="0"/>
                </a:rPr>
                <a:t>[0]</a:t>
              </a:r>
            </a:p>
          </p:txBody>
        </p:sp>
        <p:sp>
          <p:nvSpPr>
            <p:cNvPr id="360476" name="Rectangle 28"/>
            <p:cNvSpPr>
              <a:spLocks noChangeArrowheads="1"/>
            </p:cNvSpPr>
            <p:nvPr/>
          </p:nvSpPr>
          <p:spPr bwMode="auto">
            <a:xfrm>
              <a:off x="2286000" y="5272088"/>
              <a:ext cx="593725" cy="3667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 dirty="0" err="1">
                  <a:latin typeface="Courier New" pitchFamily="49" charset="0"/>
                </a:rPr>
                <a:t>buf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18" name="Rectangle 23"/>
            <p:cNvSpPr>
              <a:spLocks noChangeArrowheads="1"/>
            </p:cNvSpPr>
            <p:nvPr/>
          </p:nvSpPr>
          <p:spPr bwMode="auto">
            <a:xfrm>
              <a:off x="533400" y="3736975"/>
              <a:ext cx="1797050" cy="1531207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alibri" pitchFamily="34" charset="0"/>
                </a:rPr>
                <a:t>20 bytes unused</a:t>
              </a:r>
              <a:endParaRPr lang="en-US" sz="1800" dirty="0">
                <a:latin typeface="Courier New" pitchFamily="49" charset="0"/>
              </a:endParaRPr>
            </a:p>
          </p:txBody>
        </p:sp>
        <p:grpSp>
          <p:nvGrpSpPr>
            <p:cNvPr id="3" name="Group 2"/>
            <p:cNvGrpSpPr/>
            <p:nvPr/>
          </p:nvGrpSpPr>
          <p:grpSpPr>
            <a:xfrm>
              <a:off x="533400" y="3435177"/>
              <a:ext cx="1797050" cy="304800"/>
              <a:chOff x="2377022" y="2811289"/>
              <a:chExt cx="1797050" cy="304800"/>
            </a:xfrm>
            <a:solidFill>
              <a:srgbClr val="D5F1CF"/>
            </a:solidFill>
          </p:grpSpPr>
          <p:sp>
            <p:nvSpPr>
              <p:cNvPr id="27" name="Rectangle 24"/>
              <p:cNvSpPr>
                <a:spLocks noChangeArrowheads="1"/>
              </p:cNvSpPr>
              <p:nvPr/>
            </p:nvSpPr>
            <p:spPr bwMode="auto">
              <a:xfrm>
                <a:off x="2377022" y="2811289"/>
                <a:ext cx="449263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b="1" dirty="0">
                    <a:solidFill>
                      <a:srgbClr val="C00000"/>
                    </a:solidFill>
                    <a:latin typeface="Courier New" pitchFamily="49" charset="0"/>
                  </a:rPr>
                  <a:t>00</a:t>
                </a:r>
              </a:p>
            </p:txBody>
          </p:sp>
          <p:sp>
            <p:nvSpPr>
              <p:cNvPr id="28" name="Rectangle 25"/>
              <p:cNvSpPr>
                <a:spLocks noChangeArrowheads="1"/>
              </p:cNvSpPr>
              <p:nvPr/>
            </p:nvSpPr>
            <p:spPr bwMode="auto">
              <a:xfrm>
                <a:off x="2826285" y="2811289"/>
                <a:ext cx="449262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b="1" dirty="0">
                    <a:solidFill>
                      <a:srgbClr val="C00000"/>
                    </a:solidFill>
                    <a:latin typeface="Courier New" pitchFamily="49" charset="0"/>
                  </a:rPr>
                  <a:t>40</a:t>
                </a:r>
              </a:p>
            </p:txBody>
          </p:sp>
          <p:sp>
            <p:nvSpPr>
              <p:cNvPr id="29" name="Rectangle 26"/>
              <p:cNvSpPr>
                <a:spLocks noChangeArrowheads="1"/>
              </p:cNvSpPr>
              <p:nvPr/>
            </p:nvSpPr>
            <p:spPr bwMode="auto">
              <a:xfrm>
                <a:off x="3275547" y="2811289"/>
                <a:ext cx="449263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b="1" dirty="0">
                    <a:solidFill>
                      <a:srgbClr val="C00000"/>
                    </a:solidFill>
                    <a:latin typeface="Courier New" pitchFamily="49" charset="0"/>
                  </a:rPr>
                  <a:t>06</a:t>
                </a:r>
              </a:p>
            </p:txBody>
          </p:sp>
          <p:sp>
            <p:nvSpPr>
              <p:cNvPr id="30" name="Rectangle 27"/>
              <p:cNvSpPr>
                <a:spLocks noChangeArrowheads="1"/>
              </p:cNvSpPr>
              <p:nvPr/>
            </p:nvSpPr>
            <p:spPr bwMode="auto">
              <a:xfrm>
                <a:off x="3724810" y="2811289"/>
                <a:ext cx="449262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b="1" dirty="0">
                    <a:solidFill>
                      <a:srgbClr val="C00000"/>
                    </a:solidFill>
                    <a:latin typeface="Courier New" pitchFamily="49" charset="0"/>
                  </a:rPr>
                  <a:t>c3</a:t>
                </a:r>
              </a:p>
            </p:txBody>
          </p:sp>
        </p:grpSp>
        <p:grpSp>
          <p:nvGrpSpPr>
            <p:cNvPr id="32" name="Group 31"/>
            <p:cNvGrpSpPr/>
            <p:nvPr/>
          </p:nvGrpSpPr>
          <p:grpSpPr>
            <a:xfrm>
              <a:off x="533319" y="3127375"/>
              <a:ext cx="1796807" cy="308706"/>
              <a:chOff x="2372133" y="2833280"/>
              <a:chExt cx="1796807" cy="308706"/>
            </a:xfrm>
            <a:solidFill>
              <a:srgbClr val="D5F1CF"/>
            </a:solidFill>
          </p:grpSpPr>
          <p:sp>
            <p:nvSpPr>
              <p:cNvPr id="33" name="Rectangle 24"/>
              <p:cNvSpPr>
                <a:spLocks noChangeArrowheads="1"/>
              </p:cNvSpPr>
              <p:nvPr/>
            </p:nvSpPr>
            <p:spPr bwMode="auto">
              <a:xfrm>
                <a:off x="2372133" y="2837186"/>
                <a:ext cx="449263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b="1" dirty="0">
                    <a:solidFill>
                      <a:srgbClr val="C00000"/>
                    </a:solidFill>
                    <a:latin typeface="Courier New" pitchFamily="49" charset="0"/>
                  </a:rPr>
                  <a:t>00</a:t>
                </a:r>
              </a:p>
            </p:txBody>
          </p:sp>
          <p:sp>
            <p:nvSpPr>
              <p:cNvPr id="34" name="Rectangle 25"/>
              <p:cNvSpPr>
                <a:spLocks noChangeArrowheads="1"/>
              </p:cNvSpPr>
              <p:nvPr/>
            </p:nvSpPr>
            <p:spPr bwMode="auto">
              <a:xfrm>
                <a:off x="2821396" y="2833280"/>
                <a:ext cx="449262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b="1" dirty="0">
                    <a:solidFill>
                      <a:srgbClr val="C00000"/>
                    </a:solidFill>
                    <a:latin typeface="Courier New" pitchFamily="49" charset="0"/>
                  </a:rPr>
                  <a:t>00</a:t>
                </a:r>
              </a:p>
            </p:txBody>
          </p:sp>
          <p:sp>
            <p:nvSpPr>
              <p:cNvPr id="35" name="Rectangle 26"/>
              <p:cNvSpPr>
                <a:spLocks noChangeArrowheads="1"/>
              </p:cNvSpPr>
              <p:nvPr/>
            </p:nvSpPr>
            <p:spPr bwMode="auto">
              <a:xfrm>
                <a:off x="3270577" y="2833589"/>
                <a:ext cx="449263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b="1" dirty="0">
                    <a:solidFill>
                      <a:srgbClr val="C00000"/>
                    </a:solidFill>
                    <a:latin typeface="Courier New" pitchFamily="49" charset="0"/>
                  </a:rPr>
                  <a:t>00</a:t>
                </a:r>
              </a:p>
            </p:txBody>
          </p:sp>
          <p:sp>
            <p:nvSpPr>
              <p:cNvPr id="36" name="Rectangle 27"/>
              <p:cNvSpPr>
                <a:spLocks noChangeArrowheads="1"/>
              </p:cNvSpPr>
              <p:nvPr/>
            </p:nvSpPr>
            <p:spPr bwMode="auto">
              <a:xfrm>
                <a:off x="3719678" y="2833471"/>
                <a:ext cx="449262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b="1" dirty="0">
                    <a:solidFill>
                      <a:srgbClr val="C00000"/>
                    </a:solidFill>
                    <a:latin typeface="Courier New" pitchFamily="49" charset="0"/>
                  </a:rPr>
                  <a:t>00</a:t>
                </a: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10D4173-6E49-4A40-9F28-99E76F6CFB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465" y="1553131"/>
              <a:ext cx="220284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800" i="1" u="sng" dirty="0">
                  <a:solidFill>
                    <a:srgbClr val="C00000"/>
                  </a:solidFill>
                  <a:latin typeface="Comic Sans MS" panose="030F0902030302020204" pitchFamily="66" charset="0"/>
                </a:rPr>
                <a:t>Before</a:t>
              </a:r>
              <a:r>
                <a:rPr lang="en-US" sz="1800" i="1" dirty="0">
                  <a:solidFill>
                    <a:srgbClr val="C00000"/>
                  </a:solidFill>
                  <a:latin typeface="Comic Sans MS" panose="030F0902030302020204" pitchFamily="66" charset="0"/>
                </a:rPr>
                <a:t> call to gets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1839571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0451" grpId="0" animBg="1"/>
      <p:bldP spid="25604" grpId="0" animBg="1"/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Buffer Overflow Stack Example #1</a:t>
            </a:r>
          </a:p>
        </p:txBody>
      </p:sp>
      <p:sp>
        <p:nvSpPr>
          <p:cNvPr id="70" name="Rectangle 6">
            <a:extLst>
              <a:ext uri="{FF2B5EF4-FFF2-40B4-BE49-F238E27FC236}">
                <a16:creationId xmlns:a16="http://schemas.microsoft.com/office/drawing/2014/main" id="{1570A675-4499-5546-B563-706A8E52E80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29600" y="6248400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31E6C9A-129B-7F48-9D65-CF071176AE39}" type="slidenum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360451" name="Rectangle 3"/>
          <p:cNvSpPr>
            <a:spLocks noChangeArrowheads="1"/>
          </p:cNvSpPr>
          <p:nvPr/>
        </p:nvSpPr>
        <p:spPr bwMode="auto">
          <a:xfrm>
            <a:off x="7227888" y="1480904"/>
            <a:ext cx="2601912" cy="132087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>
              <a:tabLst>
                <a:tab pos="457200" algn="l"/>
                <a:tab pos="3146425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echo:</a:t>
            </a:r>
          </a:p>
          <a:p>
            <a:pPr>
              <a:tabLst>
                <a:tab pos="457200" algn="l"/>
                <a:tab pos="3146425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  </a:t>
            </a:r>
            <a:r>
              <a:rPr lang="en-US" sz="1600" dirty="0" err="1">
                <a:latin typeface="Courier New" pitchFamily="49" charset="0"/>
                <a:ea typeface="MS Mincho" pitchFamily="49" charset="-128"/>
              </a:rPr>
              <a:t>subq</a:t>
            </a:r>
            <a:r>
              <a:rPr lang="en-US" sz="1600" dirty="0">
                <a:latin typeface="Courier New" pitchFamily="49" charset="0"/>
                <a:ea typeface="MS Mincho" pitchFamily="49" charset="-128"/>
              </a:rPr>
              <a:t>  $0x18, %</a:t>
            </a:r>
            <a:r>
              <a:rPr lang="en-US" sz="1600" dirty="0" err="1">
                <a:latin typeface="Courier New" pitchFamily="49" charset="0"/>
                <a:ea typeface="MS Mincho" pitchFamily="49" charset="-128"/>
              </a:rPr>
              <a:t>rsp</a:t>
            </a:r>
            <a:endParaRPr lang="en-US" sz="1600" dirty="0">
              <a:latin typeface="Courier New" pitchFamily="49" charset="0"/>
              <a:ea typeface="MS Mincho" pitchFamily="49" charset="-128"/>
            </a:endParaRPr>
          </a:p>
          <a:p>
            <a:pPr>
              <a:tabLst>
                <a:tab pos="457200" algn="l"/>
                <a:tab pos="3146425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  </a:t>
            </a:r>
            <a:r>
              <a:rPr lang="en-US" sz="1600" dirty="0" err="1">
                <a:latin typeface="Courier New" pitchFamily="49" charset="0"/>
                <a:ea typeface="MS Mincho" pitchFamily="49" charset="-128"/>
              </a:rPr>
              <a:t>movq</a:t>
            </a:r>
            <a:r>
              <a:rPr lang="en-US" sz="1600" dirty="0">
                <a:latin typeface="Courier New" pitchFamily="49" charset="0"/>
                <a:ea typeface="MS Mincho" pitchFamily="49" charset="-128"/>
              </a:rPr>
              <a:t>  %</a:t>
            </a:r>
            <a:r>
              <a:rPr lang="en-US" sz="1600" dirty="0" err="1">
                <a:latin typeface="Courier New" pitchFamily="49" charset="0"/>
                <a:ea typeface="MS Mincho" pitchFamily="49" charset="-128"/>
              </a:rPr>
              <a:t>rsp</a:t>
            </a:r>
            <a:r>
              <a:rPr lang="en-US" sz="1600" dirty="0">
                <a:latin typeface="Courier New" pitchFamily="49" charset="0"/>
                <a:ea typeface="MS Mincho" pitchFamily="49" charset="-128"/>
              </a:rPr>
              <a:t>, %</a:t>
            </a:r>
            <a:r>
              <a:rPr lang="en-US" sz="1600" dirty="0" err="1">
                <a:latin typeface="Courier New" pitchFamily="49" charset="0"/>
                <a:ea typeface="MS Mincho" pitchFamily="49" charset="-128"/>
              </a:rPr>
              <a:t>rdi</a:t>
            </a:r>
            <a:endParaRPr lang="en-US" sz="1600" dirty="0">
              <a:latin typeface="Courier New" pitchFamily="49" charset="0"/>
              <a:ea typeface="MS Mincho" pitchFamily="49" charset="-128"/>
            </a:endParaRPr>
          </a:p>
          <a:p>
            <a:pPr>
              <a:tabLst>
                <a:tab pos="457200" algn="l"/>
                <a:tab pos="3146425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  call  gets</a:t>
            </a:r>
          </a:p>
          <a:p>
            <a:pPr>
              <a:tabLst>
                <a:tab pos="457200" algn="l"/>
                <a:tab pos="3146425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  . . .</a:t>
            </a:r>
          </a:p>
        </p:txBody>
      </p:sp>
      <p:sp>
        <p:nvSpPr>
          <p:cNvPr id="25604" name="Rectangle 4"/>
          <p:cNvSpPr>
            <a:spLocks noChangeArrowheads="1"/>
          </p:cNvSpPr>
          <p:nvPr/>
        </p:nvSpPr>
        <p:spPr bwMode="auto">
          <a:xfrm>
            <a:off x="4789488" y="1480904"/>
            <a:ext cx="2438400" cy="1567096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spAutoFit/>
          </a:bodyPr>
          <a:lstStyle/>
          <a:p>
            <a:pPr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void echo()</a:t>
            </a:r>
            <a:br>
              <a:rPr lang="en-US" sz="1600" dirty="0">
                <a:latin typeface="Courier New" pitchFamily="49" charset="0"/>
                <a:ea typeface="MS Mincho" pitchFamily="49" charset="-128"/>
              </a:rPr>
            </a:br>
            <a:r>
              <a:rPr lang="en-US" sz="1600" dirty="0">
                <a:latin typeface="Courier New" pitchFamily="49" charset="0"/>
                <a:ea typeface="MS Mincho" pitchFamily="49" charset="-128"/>
              </a:rPr>
              <a:t>{</a:t>
            </a:r>
            <a:br>
              <a:rPr lang="en-US" sz="1600" dirty="0">
                <a:latin typeface="Courier New" pitchFamily="49" charset="0"/>
                <a:ea typeface="MS Mincho" pitchFamily="49" charset="-128"/>
              </a:rPr>
            </a:br>
            <a:r>
              <a:rPr lang="en-US" sz="1600" dirty="0">
                <a:latin typeface="Courier New" pitchFamily="49" charset="0"/>
                <a:ea typeface="MS Mincho" pitchFamily="49" charset="-128"/>
              </a:rPr>
              <a:t>    char </a:t>
            </a:r>
            <a:r>
              <a:rPr lang="en-US" sz="1600" dirty="0" err="1">
                <a:latin typeface="Courier New" pitchFamily="49" charset="0"/>
                <a:ea typeface="MS Mincho" pitchFamily="49" charset="-128"/>
              </a:rPr>
              <a:t>buf</a:t>
            </a:r>
            <a:r>
              <a:rPr lang="en-US" sz="1600" dirty="0">
                <a:latin typeface="Courier New" pitchFamily="49" charset="0"/>
                <a:ea typeface="MS Mincho" pitchFamily="49" charset="-128"/>
              </a:rPr>
              <a:t>[4]; 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    gets(</a:t>
            </a:r>
            <a:r>
              <a:rPr lang="en-US" sz="1600" dirty="0" err="1">
                <a:latin typeface="Courier New" pitchFamily="49" charset="0"/>
                <a:ea typeface="MS Mincho" pitchFamily="49" charset="-128"/>
              </a:rPr>
              <a:t>buf</a:t>
            </a:r>
            <a:r>
              <a:rPr lang="en-US" sz="1600" dirty="0">
                <a:latin typeface="Courier New" pitchFamily="49" charset="0"/>
                <a:ea typeface="MS Mincho" pitchFamily="49" charset="-128"/>
              </a:rPr>
              <a:t>);</a:t>
            </a:r>
            <a:br>
              <a:rPr lang="en-US" sz="1600" dirty="0">
                <a:latin typeface="Courier New" pitchFamily="49" charset="0"/>
                <a:ea typeface="MS Mincho" pitchFamily="49" charset="-128"/>
              </a:rPr>
            </a:br>
            <a:r>
              <a:rPr lang="en-US" sz="1600" dirty="0">
                <a:latin typeface="Courier New" pitchFamily="49" charset="0"/>
                <a:ea typeface="MS Mincho" pitchFamily="49" charset="-128"/>
              </a:rPr>
              <a:t>    . . .</a:t>
            </a:r>
            <a:br>
              <a:rPr lang="en-US" sz="1600" dirty="0">
                <a:latin typeface="Courier New" pitchFamily="49" charset="0"/>
                <a:ea typeface="MS Mincho" pitchFamily="49" charset="-128"/>
              </a:rPr>
            </a:br>
            <a:r>
              <a:rPr lang="en-US" sz="1600" dirty="0">
                <a:latin typeface="Courier New" pitchFamily="49" charset="0"/>
                <a:ea typeface="MS Mincho" pitchFamily="49" charset="-128"/>
              </a:rPr>
              <a:t>}</a:t>
            </a:r>
          </a:p>
        </p:txBody>
      </p:sp>
      <p:sp>
        <p:nvSpPr>
          <p:cNvPr id="25" name="Rectangle 5"/>
          <p:cNvSpPr>
            <a:spLocks noChangeArrowheads="1"/>
          </p:cNvSpPr>
          <p:nvPr/>
        </p:nvSpPr>
        <p:spPr bwMode="auto">
          <a:xfrm>
            <a:off x="4882716" y="3602836"/>
            <a:ext cx="4718485" cy="1197764"/>
          </a:xfrm>
          <a:prstGeom prst="rect">
            <a:avLst/>
          </a:prstGeom>
          <a:solidFill>
            <a:srgbClr val="F1C7C7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spAutoFit/>
          </a:bodyPr>
          <a:lstStyle/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S Mincho" pitchFamily="49" charset="-128"/>
              </a:rPr>
              <a:t>  . . .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S Mincho" pitchFamily="49" charset="-128"/>
              </a:rPr>
              <a:t>  4006be:	</a:t>
            </a:r>
            <a:r>
              <a:rPr lang="en-US" sz="1800" dirty="0" err="1">
                <a:latin typeface="Courier New" pitchFamily="49" charset="0"/>
                <a:ea typeface="MS Mincho" pitchFamily="49" charset="-128"/>
              </a:rPr>
              <a:t>callq</a:t>
            </a:r>
            <a:r>
              <a:rPr lang="en-US" sz="1800" dirty="0">
                <a:latin typeface="Courier New" pitchFamily="49" charset="0"/>
                <a:ea typeface="MS Mincho" pitchFamily="49" charset="-128"/>
              </a:rPr>
              <a:t>  4006cf &lt;echo&gt;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S Mincho" pitchFamily="49" charset="-128"/>
              </a:rPr>
              <a:t>  </a:t>
            </a:r>
            <a:r>
              <a:rPr lang="en-US" sz="1800" dirty="0">
                <a:solidFill>
                  <a:srgbClr val="0070C0"/>
                </a:solidFill>
                <a:latin typeface="Courier New" pitchFamily="49" charset="0"/>
                <a:ea typeface="MS Mincho" pitchFamily="49" charset="-128"/>
              </a:rPr>
              <a:t>4006c3</a:t>
            </a:r>
            <a:r>
              <a:rPr lang="en-US" sz="1800" dirty="0">
                <a:latin typeface="Courier New" pitchFamily="49" charset="0"/>
                <a:ea typeface="MS Mincho" pitchFamily="49" charset="-128"/>
              </a:rPr>
              <a:t>:	add    $0x8,%rsp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S Mincho" pitchFamily="49" charset="-128"/>
              </a:rPr>
              <a:t>  . . 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62066" y="3113314"/>
            <a:ext cx="16209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mic Sans MS" panose="030F0902030302020204" pitchFamily="66" charset="0"/>
              </a:rPr>
              <a:t>call_echo</a:t>
            </a:r>
            <a:r>
              <a:rPr lang="en-US" dirty="0">
                <a:latin typeface="Comic Sans MS" panose="030F0902030302020204" pitchFamily="66" charset="0"/>
              </a:rPr>
              <a:t>:</a:t>
            </a:r>
          </a:p>
        </p:txBody>
      </p:sp>
      <p:sp>
        <p:nvSpPr>
          <p:cNvPr id="37" name="Rectangle 3"/>
          <p:cNvSpPr>
            <a:spLocks noChangeArrowheads="1"/>
          </p:cNvSpPr>
          <p:nvPr/>
        </p:nvSpPr>
        <p:spPr bwMode="auto">
          <a:xfrm>
            <a:off x="5783110" y="4962768"/>
            <a:ext cx="4789023" cy="82843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>
              <a:tabLst>
                <a:tab pos="457200" algn="l"/>
                <a:tab pos="1485900" algn="l"/>
              </a:tabLst>
              <a:defRPr/>
            </a:pPr>
            <a:r>
              <a:rPr lang="en-US" sz="1600" dirty="0" err="1">
                <a:solidFill>
                  <a:schemeClr val="bg1"/>
                </a:solidFill>
                <a:latin typeface="Courier New" pitchFamily="49" charset="0"/>
                <a:ea typeface="MS Mincho" pitchFamily="49" charset="-128"/>
              </a:rPr>
              <a:t>unix</a:t>
            </a:r>
            <a:r>
              <a:rPr lang="en-US" sz="1600" dirty="0">
                <a:solidFill>
                  <a:schemeClr val="bg1"/>
                </a:solidFill>
                <a:latin typeface="Courier New" pitchFamily="49" charset="0"/>
                <a:ea typeface="MS Mincho" pitchFamily="49" charset="-128"/>
              </a:rPr>
              <a:t>&gt;</a:t>
            </a:r>
            <a:r>
              <a:rPr lang="en-US" sz="1600" i="1" dirty="0">
                <a:solidFill>
                  <a:schemeClr val="bg1"/>
                </a:solidFill>
                <a:latin typeface="Courier New" pitchFamily="49" charset="0"/>
                <a:ea typeface="MS Mincho" pitchFamily="49" charset="-128"/>
              </a:rPr>
              <a:t>./</a:t>
            </a:r>
            <a:r>
              <a:rPr lang="en-US" sz="1600" i="1" dirty="0" err="1">
                <a:solidFill>
                  <a:schemeClr val="bg1"/>
                </a:solidFill>
                <a:latin typeface="Courier New" pitchFamily="49" charset="0"/>
                <a:ea typeface="MS Mincho" pitchFamily="49" charset="-128"/>
              </a:rPr>
              <a:t>bufdemo-nsp</a:t>
            </a:r>
            <a:endParaRPr lang="en-US" sz="1600" i="1" dirty="0">
              <a:solidFill>
                <a:schemeClr val="bg1"/>
              </a:solidFill>
              <a:latin typeface="Courier New" pitchFamily="49" charset="0"/>
              <a:ea typeface="MS Mincho" pitchFamily="49" charset="-128"/>
            </a:endParaRPr>
          </a:p>
          <a:p>
            <a:pPr>
              <a:tabLst>
                <a:tab pos="457200" algn="l"/>
                <a:tab pos="1485900" algn="l"/>
              </a:tabLst>
              <a:defRPr/>
            </a:pPr>
            <a:r>
              <a:rPr lang="en-US" sz="1600" dirty="0">
                <a:solidFill>
                  <a:schemeClr val="bg1"/>
                </a:solidFill>
                <a:latin typeface="Courier New" pitchFamily="49" charset="0"/>
                <a:ea typeface="MS Mincho" pitchFamily="49" charset="-128"/>
              </a:rPr>
              <a:t>Type a string:</a:t>
            </a:r>
            <a:r>
              <a:rPr lang="en-US" sz="1600" i="1" dirty="0">
                <a:solidFill>
                  <a:schemeClr val="bg1"/>
                </a:solidFill>
                <a:latin typeface="Courier New" pitchFamily="49" charset="0"/>
                <a:ea typeface="MS Mincho" pitchFamily="49" charset="-128"/>
              </a:rPr>
              <a:t>01234567890123456789012</a:t>
            </a:r>
          </a:p>
          <a:p>
            <a:pPr>
              <a:tabLst>
                <a:tab pos="457200" algn="l"/>
                <a:tab pos="1485900" algn="l"/>
              </a:tabLst>
              <a:defRPr/>
            </a:pPr>
            <a:r>
              <a:rPr lang="en-US" sz="1600" dirty="0">
                <a:solidFill>
                  <a:schemeClr val="bg1"/>
                </a:solidFill>
                <a:latin typeface="Courier New" pitchFamily="49" charset="0"/>
                <a:ea typeface="MS Mincho" pitchFamily="49" charset="-128"/>
              </a:rPr>
              <a:t>01234567890123456789012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F1C58E2-824A-A642-A5FD-82A661604137}"/>
              </a:ext>
            </a:extLst>
          </p:cNvPr>
          <p:cNvGrpSpPr/>
          <p:nvPr/>
        </p:nvGrpSpPr>
        <p:grpSpPr>
          <a:xfrm>
            <a:off x="1981200" y="1524000"/>
            <a:ext cx="3647054" cy="4114800"/>
            <a:chOff x="457200" y="1524000"/>
            <a:chExt cx="3647054" cy="4114800"/>
          </a:xfrm>
        </p:grpSpPr>
        <p:sp>
          <p:nvSpPr>
            <p:cNvPr id="360470" name="Rectangle 22"/>
            <p:cNvSpPr>
              <a:spLocks noChangeArrowheads="1"/>
            </p:cNvSpPr>
            <p:nvPr/>
          </p:nvSpPr>
          <p:spPr bwMode="auto">
            <a:xfrm>
              <a:off x="533400" y="3127374"/>
              <a:ext cx="1797050" cy="60829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alibri" pitchFamily="34" charset="0"/>
                </a:rPr>
                <a:t>Return Address</a:t>
              </a:r>
            </a:p>
            <a:p>
              <a:pPr algn="ctr">
                <a:defRPr/>
              </a:pPr>
              <a:r>
                <a:rPr lang="en-US" sz="1800" dirty="0">
                  <a:latin typeface="Calibri" pitchFamily="34" charset="0"/>
                </a:rPr>
                <a:t>(8 bytes)</a:t>
              </a:r>
            </a:p>
          </p:txBody>
        </p:sp>
        <p:sp>
          <p:nvSpPr>
            <p:cNvPr id="360477" name="Line 29"/>
            <p:cNvSpPr>
              <a:spLocks noChangeShapeType="1"/>
            </p:cNvSpPr>
            <p:nvPr/>
          </p:nvSpPr>
          <p:spPr bwMode="auto">
            <a:xfrm flipH="1">
              <a:off x="2952750" y="5438704"/>
              <a:ext cx="4508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0478" name="Rectangle 30"/>
            <p:cNvSpPr>
              <a:spLocks noChangeArrowheads="1"/>
            </p:cNvSpPr>
            <p:nvPr/>
          </p:nvSpPr>
          <p:spPr bwMode="auto">
            <a:xfrm>
              <a:off x="3365500" y="5265666"/>
              <a:ext cx="73875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rsp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360479" name="Rectangle 31"/>
            <p:cNvSpPr>
              <a:spLocks noChangeArrowheads="1"/>
            </p:cNvSpPr>
            <p:nvPr/>
          </p:nvSpPr>
          <p:spPr bwMode="auto">
            <a:xfrm>
              <a:off x="533400" y="1984375"/>
              <a:ext cx="1797050" cy="1143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 algn="ctr">
                <a:defRPr/>
              </a:pPr>
              <a:r>
                <a:rPr lang="en-US" sz="1800" dirty="0">
                  <a:latin typeface="Comic Sans MS" panose="030F0902030302020204" pitchFamily="66" charset="0"/>
                </a:rPr>
                <a:t>Stack Frame</a:t>
              </a:r>
            </a:p>
            <a:p>
              <a:pPr algn="ctr">
                <a:defRPr/>
              </a:pPr>
              <a:r>
                <a:rPr lang="en-US" sz="1800" dirty="0">
                  <a:latin typeface="Comic Sans MS" panose="030F0902030302020204" pitchFamily="66" charset="0"/>
                </a:rPr>
                <a:t>for </a:t>
              </a:r>
              <a:r>
                <a:rPr lang="en-US" sz="1800" dirty="0" err="1">
                  <a:latin typeface="Courier New" pitchFamily="49" charset="0"/>
                </a:rPr>
                <a:t>call_echo</a:t>
              </a:r>
              <a:endParaRPr lang="en-US" sz="1800" dirty="0">
                <a:latin typeface="Courier New" pitchFamily="49" charset="0"/>
              </a:endParaRPr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533400" y="5272088"/>
              <a:ext cx="1797050" cy="304800"/>
              <a:chOff x="533400" y="4648200"/>
              <a:chExt cx="1797050" cy="304800"/>
            </a:xfrm>
          </p:grpSpPr>
          <p:sp>
            <p:nvSpPr>
              <p:cNvPr id="360472" name="Rectangle 24"/>
              <p:cNvSpPr>
                <a:spLocks noChangeArrowheads="1"/>
              </p:cNvSpPr>
              <p:nvPr/>
            </p:nvSpPr>
            <p:spPr bwMode="auto">
              <a:xfrm>
                <a:off x="533400" y="4648200"/>
                <a:ext cx="449263" cy="3048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b="1" dirty="0">
                    <a:latin typeface="Courier New" pitchFamily="49" charset="0"/>
                  </a:rPr>
                  <a:t>33</a:t>
                </a:r>
              </a:p>
            </p:txBody>
          </p:sp>
          <p:sp>
            <p:nvSpPr>
              <p:cNvPr id="360473" name="Rectangle 25"/>
              <p:cNvSpPr>
                <a:spLocks noChangeArrowheads="1"/>
              </p:cNvSpPr>
              <p:nvPr/>
            </p:nvSpPr>
            <p:spPr bwMode="auto">
              <a:xfrm>
                <a:off x="982663" y="4648200"/>
                <a:ext cx="449262" cy="3048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b="1" dirty="0">
                    <a:latin typeface="Courier New" pitchFamily="49" charset="0"/>
                  </a:rPr>
                  <a:t>32</a:t>
                </a:r>
              </a:p>
            </p:txBody>
          </p:sp>
          <p:sp>
            <p:nvSpPr>
              <p:cNvPr id="360474" name="Rectangle 26"/>
              <p:cNvSpPr>
                <a:spLocks noChangeArrowheads="1"/>
              </p:cNvSpPr>
              <p:nvPr/>
            </p:nvSpPr>
            <p:spPr bwMode="auto">
              <a:xfrm>
                <a:off x="1431925" y="4648200"/>
                <a:ext cx="449263" cy="3048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b="1" dirty="0">
                    <a:latin typeface="Courier New" pitchFamily="49" charset="0"/>
                  </a:rPr>
                  <a:t>31</a:t>
                </a:r>
              </a:p>
            </p:txBody>
          </p:sp>
          <p:sp>
            <p:nvSpPr>
              <p:cNvPr id="360475" name="Rectangle 27"/>
              <p:cNvSpPr>
                <a:spLocks noChangeArrowheads="1"/>
              </p:cNvSpPr>
              <p:nvPr/>
            </p:nvSpPr>
            <p:spPr bwMode="auto">
              <a:xfrm>
                <a:off x="1881188" y="4648200"/>
                <a:ext cx="449262" cy="3048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b="1" dirty="0">
                    <a:latin typeface="Courier New" pitchFamily="49" charset="0"/>
                  </a:rPr>
                  <a:t>30</a:t>
                </a:r>
              </a:p>
            </p:txBody>
          </p:sp>
        </p:grpSp>
        <p:sp>
          <p:nvSpPr>
            <p:cNvPr id="360476" name="Rectangle 28"/>
            <p:cNvSpPr>
              <a:spLocks noChangeArrowheads="1"/>
            </p:cNvSpPr>
            <p:nvPr/>
          </p:nvSpPr>
          <p:spPr bwMode="auto">
            <a:xfrm>
              <a:off x="2330450" y="5272088"/>
              <a:ext cx="593725" cy="3667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 dirty="0" err="1">
                  <a:latin typeface="Courier New" pitchFamily="49" charset="0"/>
                </a:rPr>
                <a:t>buf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16" name="TextBox 15"/>
            <p:cNvSpPr txBox="1">
              <a:spLocks noChangeArrowheads="1"/>
            </p:cNvSpPr>
            <p:nvPr/>
          </p:nvSpPr>
          <p:spPr bwMode="auto">
            <a:xfrm>
              <a:off x="457200" y="1524000"/>
              <a:ext cx="208582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800" i="1" u="sng" dirty="0">
                  <a:solidFill>
                    <a:srgbClr val="C00000"/>
                  </a:solidFill>
                  <a:latin typeface="Comic Sans MS" panose="030F0902030302020204" pitchFamily="66" charset="0"/>
                </a:rPr>
                <a:t>After</a:t>
              </a:r>
              <a:r>
                <a:rPr lang="en-US" sz="1800" i="1" dirty="0">
                  <a:solidFill>
                    <a:srgbClr val="C00000"/>
                  </a:solidFill>
                  <a:latin typeface="Comic Sans MS" panose="030F0902030302020204" pitchFamily="66" charset="0"/>
                </a:rPr>
                <a:t> call to gets</a:t>
              </a:r>
            </a:p>
          </p:txBody>
        </p:sp>
        <p:sp>
          <p:nvSpPr>
            <p:cNvPr id="18" name="Rectangle 23"/>
            <p:cNvSpPr>
              <a:spLocks noChangeArrowheads="1"/>
            </p:cNvSpPr>
            <p:nvPr/>
          </p:nvSpPr>
          <p:spPr bwMode="auto">
            <a:xfrm>
              <a:off x="533400" y="3736975"/>
              <a:ext cx="1797050" cy="15312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alibri" pitchFamily="34" charset="0"/>
                </a:rPr>
                <a:t>20 bytes unused</a:t>
              </a:r>
              <a:endParaRPr lang="en-US" sz="1800" dirty="0">
                <a:latin typeface="Courier New" pitchFamily="49" charset="0"/>
              </a:endParaRPr>
            </a:p>
          </p:txBody>
        </p:sp>
        <p:grpSp>
          <p:nvGrpSpPr>
            <p:cNvPr id="3" name="Group 2"/>
            <p:cNvGrpSpPr/>
            <p:nvPr/>
          </p:nvGrpSpPr>
          <p:grpSpPr>
            <a:xfrm>
              <a:off x="533400" y="3435177"/>
              <a:ext cx="1797050" cy="304800"/>
              <a:chOff x="2377022" y="2811289"/>
              <a:chExt cx="1797050" cy="304800"/>
            </a:xfrm>
            <a:solidFill>
              <a:srgbClr val="D5F1CF"/>
            </a:solidFill>
          </p:grpSpPr>
          <p:sp>
            <p:nvSpPr>
              <p:cNvPr id="27" name="Rectangle 24"/>
              <p:cNvSpPr>
                <a:spLocks noChangeArrowheads="1"/>
              </p:cNvSpPr>
              <p:nvPr/>
            </p:nvSpPr>
            <p:spPr bwMode="auto">
              <a:xfrm>
                <a:off x="2377022" y="2811289"/>
                <a:ext cx="449263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solidFill>
                      <a:srgbClr val="0070C0"/>
                    </a:solidFill>
                    <a:latin typeface="Courier New" pitchFamily="49" charset="0"/>
                  </a:rPr>
                  <a:t>00</a:t>
                </a:r>
              </a:p>
            </p:txBody>
          </p:sp>
          <p:sp>
            <p:nvSpPr>
              <p:cNvPr id="28" name="Rectangle 25"/>
              <p:cNvSpPr>
                <a:spLocks noChangeArrowheads="1"/>
              </p:cNvSpPr>
              <p:nvPr/>
            </p:nvSpPr>
            <p:spPr bwMode="auto">
              <a:xfrm>
                <a:off x="2826285" y="2811289"/>
                <a:ext cx="449262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solidFill>
                      <a:srgbClr val="0070C0"/>
                    </a:solidFill>
                    <a:latin typeface="Courier New" pitchFamily="49" charset="0"/>
                  </a:rPr>
                  <a:t>40</a:t>
                </a:r>
              </a:p>
            </p:txBody>
          </p:sp>
          <p:sp>
            <p:nvSpPr>
              <p:cNvPr id="29" name="Rectangle 26"/>
              <p:cNvSpPr>
                <a:spLocks noChangeArrowheads="1"/>
              </p:cNvSpPr>
              <p:nvPr/>
            </p:nvSpPr>
            <p:spPr bwMode="auto">
              <a:xfrm>
                <a:off x="3275547" y="2811289"/>
                <a:ext cx="449263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solidFill>
                      <a:srgbClr val="0070C0"/>
                    </a:solidFill>
                    <a:latin typeface="Courier New" pitchFamily="49" charset="0"/>
                  </a:rPr>
                  <a:t>06</a:t>
                </a:r>
              </a:p>
            </p:txBody>
          </p:sp>
          <p:sp>
            <p:nvSpPr>
              <p:cNvPr id="30" name="Rectangle 27"/>
              <p:cNvSpPr>
                <a:spLocks noChangeArrowheads="1"/>
              </p:cNvSpPr>
              <p:nvPr/>
            </p:nvSpPr>
            <p:spPr bwMode="auto">
              <a:xfrm>
                <a:off x="3724810" y="2811289"/>
                <a:ext cx="449262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solidFill>
                      <a:srgbClr val="0070C0"/>
                    </a:solidFill>
                    <a:latin typeface="Courier New" pitchFamily="49" charset="0"/>
                  </a:rPr>
                  <a:t>c3</a:t>
                </a:r>
              </a:p>
            </p:txBody>
          </p:sp>
        </p:grpSp>
        <p:grpSp>
          <p:nvGrpSpPr>
            <p:cNvPr id="32" name="Group 31"/>
            <p:cNvGrpSpPr/>
            <p:nvPr/>
          </p:nvGrpSpPr>
          <p:grpSpPr>
            <a:xfrm>
              <a:off x="538208" y="3138834"/>
              <a:ext cx="1797050" cy="304800"/>
              <a:chOff x="2377022" y="2811289"/>
              <a:chExt cx="1797050" cy="304800"/>
            </a:xfrm>
            <a:solidFill>
              <a:srgbClr val="D5F1CF"/>
            </a:solidFill>
          </p:grpSpPr>
          <p:sp>
            <p:nvSpPr>
              <p:cNvPr id="33" name="Rectangle 24"/>
              <p:cNvSpPr>
                <a:spLocks noChangeArrowheads="1"/>
              </p:cNvSpPr>
              <p:nvPr/>
            </p:nvSpPr>
            <p:spPr bwMode="auto">
              <a:xfrm>
                <a:off x="2377022" y="2811289"/>
                <a:ext cx="449263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solidFill>
                      <a:srgbClr val="0070C0"/>
                    </a:solidFill>
                    <a:latin typeface="Courier New" pitchFamily="49" charset="0"/>
                  </a:rPr>
                  <a:t>00</a:t>
                </a:r>
              </a:p>
            </p:txBody>
          </p:sp>
          <p:sp>
            <p:nvSpPr>
              <p:cNvPr id="34" name="Rectangle 25"/>
              <p:cNvSpPr>
                <a:spLocks noChangeArrowheads="1"/>
              </p:cNvSpPr>
              <p:nvPr/>
            </p:nvSpPr>
            <p:spPr bwMode="auto">
              <a:xfrm>
                <a:off x="2826285" y="2811289"/>
                <a:ext cx="449262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solidFill>
                      <a:srgbClr val="0070C0"/>
                    </a:solidFill>
                    <a:latin typeface="Courier New" pitchFamily="49" charset="0"/>
                  </a:rPr>
                  <a:t>00</a:t>
                </a:r>
              </a:p>
            </p:txBody>
          </p:sp>
          <p:sp>
            <p:nvSpPr>
              <p:cNvPr id="35" name="Rectangle 26"/>
              <p:cNvSpPr>
                <a:spLocks noChangeArrowheads="1"/>
              </p:cNvSpPr>
              <p:nvPr/>
            </p:nvSpPr>
            <p:spPr bwMode="auto">
              <a:xfrm>
                <a:off x="3275547" y="2811289"/>
                <a:ext cx="449263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solidFill>
                      <a:srgbClr val="0070C0"/>
                    </a:solidFill>
                    <a:latin typeface="Courier New" pitchFamily="49" charset="0"/>
                  </a:rPr>
                  <a:t>00</a:t>
                </a:r>
              </a:p>
            </p:txBody>
          </p:sp>
          <p:sp>
            <p:nvSpPr>
              <p:cNvPr id="36" name="Rectangle 27"/>
              <p:cNvSpPr>
                <a:spLocks noChangeArrowheads="1"/>
              </p:cNvSpPr>
              <p:nvPr/>
            </p:nvSpPr>
            <p:spPr bwMode="auto">
              <a:xfrm>
                <a:off x="3724810" y="2811289"/>
                <a:ext cx="449262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solidFill>
                      <a:srgbClr val="0070C0"/>
                    </a:solidFill>
                    <a:latin typeface="Courier New" pitchFamily="49" charset="0"/>
                  </a:rPr>
                  <a:t>00</a:t>
                </a:r>
              </a:p>
            </p:txBody>
          </p:sp>
        </p:grpSp>
        <p:grpSp>
          <p:nvGrpSpPr>
            <p:cNvPr id="43" name="Group 42"/>
            <p:cNvGrpSpPr/>
            <p:nvPr/>
          </p:nvGrpSpPr>
          <p:grpSpPr>
            <a:xfrm>
              <a:off x="533400" y="4960866"/>
              <a:ext cx="1797050" cy="304800"/>
              <a:chOff x="533400" y="4648200"/>
              <a:chExt cx="1797050" cy="304800"/>
            </a:xfrm>
            <a:solidFill>
              <a:schemeClr val="bg2">
                <a:lumMod val="40000"/>
                <a:lumOff val="60000"/>
              </a:schemeClr>
            </a:solidFill>
          </p:grpSpPr>
          <p:sp>
            <p:nvSpPr>
              <p:cNvPr id="44" name="Rectangle 24"/>
              <p:cNvSpPr>
                <a:spLocks noChangeArrowheads="1"/>
              </p:cNvSpPr>
              <p:nvPr/>
            </p:nvSpPr>
            <p:spPr bwMode="auto">
              <a:xfrm>
                <a:off x="533400" y="4648200"/>
                <a:ext cx="449263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b="1" dirty="0">
                    <a:latin typeface="Courier New" pitchFamily="49" charset="0"/>
                  </a:rPr>
                  <a:t>37</a:t>
                </a:r>
              </a:p>
            </p:txBody>
          </p:sp>
          <p:sp>
            <p:nvSpPr>
              <p:cNvPr id="45" name="Rectangle 25"/>
              <p:cNvSpPr>
                <a:spLocks noChangeArrowheads="1"/>
              </p:cNvSpPr>
              <p:nvPr/>
            </p:nvSpPr>
            <p:spPr bwMode="auto">
              <a:xfrm>
                <a:off x="982663" y="4648200"/>
                <a:ext cx="449262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b="1" dirty="0">
                    <a:latin typeface="Courier New" pitchFamily="49" charset="0"/>
                  </a:rPr>
                  <a:t>36</a:t>
                </a:r>
              </a:p>
            </p:txBody>
          </p:sp>
          <p:sp>
            <p:nvSpPr>
              <p:cNvPr id="46" name="Rectangle 26"/>
              <p:cNvSpPr>
                <a:spLocks noChangeArrowheads="1"/>
              </p:cNvSpPr>
              <p:nvPr/>
            </p:nvSpPr>
            <p:spPr bwMode="auto">
              <a:xfrm>
                <a:off x="1431925" y="4648200"/>
                <a:ext cx="449263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b="1" dirty="0">
                    <a:latin typeface="Courier New" pitchFamily="49" charset="0"/>
                  </a:rPr>
                  <a:t>35</a:t>
                </a:r>
              </a:p>
            </p:txBody>
          </p:sp>
          <p:sp>
            <p:nvSpPr>
              <p:cNvPr id="47" name="Rectangle 27"/>
              <p:cNvSpPr>
                <a:spLocks noChangeArrowheads="1"/>
              </p:cNvSpPr>
              <p:nvPr/>
            </p:nvSpPr>
            <p:spPr bwMode="auto">
              <a:xfrm>
                <a:off x="1881188" y="4648200"/>
                <a:ext cx="449262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b="1" dirty="0">
                    <a:latin typeface="Courier New" pitchFamily="49" charset="0"/>
                  </a:rPr>
                  <a:t>34</a:t>
                </a:r>
              </a:p>
            </p:txBody>
          </p:sp>
        </p:grpSp>
        <p:grpSp>
          <p:nvGrpSpPr>
            <p:cNvPr id="48" name="Group 47"/>
            <p:cNvGrpSpPr/>
            <p:nvPr/>
          </p:nvGrpSpPr>
          <p:grpSpPr>
            <a:xfrm>
              <a:off x="533400" y="4649644"/>
              <a:ext cx="1797050" cy="304800"/>
              <a:chOff x="533400" y="4648200"/>
              <a:chExt cx="1797050" cy="304800"/>
            </a:xfrm>
            <a:solidFill>
              <a:schemeClr val="bg2">
                <a:lumMod val="40000"/>
                <a:lumOff val="60000"/>
              </a:schemeClr>
            </a:solidFill>
          </p:grpSpPr>
          <p:sp>
            <p:nvSpPr>
              <p:cNvPr id="49" name="Rectangle 24"/>
              <p:cNvSpPr>
                <a:spLocks noChangeArrowheads="1"/>
              </p:cNvSpPr>
              <p:nvPr/>
            </p:nvSpPr>
            <p:spPr bwMode="auto">
              <a:xfrm>
                <a:off x="533400" y="4648200"/>
                <a:ext cx="449263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b="1" dirty="0">
                    <a:latin typeface="Courier New" pitchFamily="49" charset="0"/>
                  </a:rPr>
                  <a:t>31</a:t>
                </a:r>
              </a:p>
            </p:txBody>
          </p:sp>
          <p:sp>
            <p:nvSpPr>
              <p:cNvPr id="50" name="Rectangle 25"/>
              <p:cNvSpPr>
                <a:spLocks noChangeArrowheads="1"/>
              </p:cNvSpPr>
              <p:nvPr/>
            </p:nvSpPr>
            <p:spPr bwMode="auto">
              <a:xfrm>
                <a:off x="982663" y="4648200"/>
                <a:ext cx="449262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b="1" dirty="0">
                    <a:latin typeface="Courier New" pitchFamily="49" charset="0"/>
                  </a:rPr>
                  <a:t>30</a:t>
                </a:r>
              </a:p>
            </p:txBody>
          </p:sp>
          <p:sp>
            <p:nvSpPr>
              <p:cNvPr id="51" name="Rectangle 26"/>
              <p:cNvSpPr>
                <a:spLocks noChangeArrowheads="1"/>
              </p:cNvSpPr>
              <p:nvPr/>
            </p:nvSpPr>
            <p:spPr bwMode="auto">
              <a:xfrm>
                <a:off x="1431925" y="4648200"/>
                <a:ext cx="449263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b="1" dirty="0">
                    <a:latin typeface="Courier New" pitchFamily="49" charset="0"/>
                  </a:rPr>
                  <a:t>39</a:t>
                </a:r>
              </a:p>
            </p:txBody>
          </p:sp>
          <p:sp>
            <p:nvSpPr>
              <p:cNvPr id="52" name="Rectangle 27"/>
              <p:cNvSpPr>
                <a:spLocks noChangeArrowheads="1"/>
              </p:cNvSpPr>
              <p:nvPr/>
            </p:nvSpPr>
            <p:spPr bwMode="auto">
              <a:xfrm>
                <a:off x="1881188" y="4648200"/>
                <a:ext cx="449262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b="1" dirty="0">
                    <a:latin typeface="Courier New" pitchFamily="49" charset="0"/>
                  </a:rPr>
                  <a:t>38</a:t>
                </a:r>
              </a:p>
            </p:txBody>
          </p:sp>
        </p:grpSp>
        <p:grpSp>
          <p:nvGrpSpPr>
            <p:cNvPr id="53" name="Group 52"/>
            <p:cNvGrpSpPr/>
            <p:nvPr/>
          </p:nvGrpSpPr>
          <p:grpSpPr>
            <a:xfrm>
              <a:off x="533400" y="4338422"/>
              <a:ext cx="1797050" cy="304800"/>
              <a:chOff x="533400" y="4648200"/>
              <a:chExt cx="1797050" cy="304800"/>
            </a:xfrm>
            <a:solidFill>
              <a:schemeClr val="bg2">
                <a:lumMod val="40000"/>
                <a:lumOff val="60000"/>
              </a:schemeClr>
            </a:solidFill>
          </p:grpSpPr>
          <p:sp>
            <p:nvSpPr>
              <p:cNvPr id="54" name="Rectangle 24"/>
              <p:cNvSpPr>
                <a:spLocks noChangeArrowheads="1"/>
              </p:cNvSpPr>
              <p:nvPr/>
            </p:nvSpPr>
            <p:spPr bwMode="auto">
              <a:xfrm>
                <a:off x="533400" y="4648200"/>
                <a:ext cx="449263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b="1" dirty="0">
                    <a:latin typeface="Courier New" pitchFamily="49" charset="0"/>
                  </a:rPr>
                  <a:t>35</a:t>
                </a:r>
              </a:p>
            </p:txBody>
          </p:sp>
          <p:sp>
            <p:nvSpPr>
              <p:cNvPr id="55" name="Rectangle 25"/>
              <p:cNvSpPr>
                <a:spLocks noChangeArrowheads="1"/>
              </p:cNvSpPr>
              <p:nvPr/>
            </p:nvSpPr>
            <p:spPr bwMode="auto">
              <a:xfrm>
                <a:off x="982663" y="4648200"/>
                <a:ext cx="449262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b="1" dirty="0">
                    <a:latin typeface="Courier New" pitchFamily="49" charset="0"/>
                  </a:rPr>
                  <a:t>34</a:t>
                </a:r>
              </a:p>
            </p:txBody>
          </p:sp>
          <p:sp>
            <p:nvSpPr>
              <p:cNvPr id="56" name="Rectangle 26"/>
              <p:cNvSpPr>
                <a:spLocks noChangeArrowheads="1"/>
              </p:cNvSpPr>
              <p:nvPr/>
            </p:nvSpPr>
            <p:spPr bwMode="auto">
              <a:xfrm>
                <a:off x="1431925" y="4648200"/>
                <a:ext cx="449263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b="1" dirty="0">
                    <a:latin typeface="Courier New" pitchFamily="49" charset="0"/>
                  </a:rPr>
                  <a:t>33</a:t>
                </a:r>
              </a:p>
            </p:txBody>
          </p:sp>
          <p:sp>
            <p:nvSpPr>
              <p:cNvPr id="57" name="Rectangle 27"/>
              <p:cNvSpPr>
                <a:spLocks noChangeArrowheads="1"/>
              </p:cNvSpPr>
              <p:nvPr/>
            </p:nvSpPr>
            <p:spPr bwMode="auto">
              <a:xfrm>
                <a:off x="1881188" y="4648200"/>
                <a:ext cx="449262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b="1" dirty="0">
                    <a:latin typeface="Courier New" pitchFamily="49" charset="0"/>
                  </a:rPr>
                  <a:t>32</a:t>
                </a:r>
              </a:p>
            </p:txBody>
          </p:sp>
        </p:grpSp>
        <p:grpSp>
          <p:nvGrpSpPr>
            <p:cNvPr id="58" name="Group 57"/>
            <p:cNvGrpSpPr/>
            <p:nvPr/>
          </p:nvGrpSpPr>
          <p:grpSpPr>
            <a:xfrm>
              <a:off x="533400" y="4027200"/>
              <a:ext cx="1797050" cy="304800"/>
              <a:chOff x="533400" y="4648200"/>
              <a:chExt cx="1797050" cy="304800"/>
            </a:xfrm>
            <a:solidFill>
              <a:schemeClr val="bg2">
                <a:lumMod val="40000"/>
                <a:lumOff val="60000"/>
              </a:schemeClr>
            </a:solidFill>
          </p:grpSpPr>
          <p:sp>
            <p:nvSpPr>
              <p:cNvPr id="59" name="Rectangle 24"/>
              <p:cNvSpPr>
                <a:spLocks noChangeArrowheads="1"/>
              </p:cNvSpPr>
              <p:nvPr/>
            </p:nvSpPr>
            <p:spPr bwMode="auto">
              <a:xfrm>
                <a:off x="533400" y="4648200"/>
                <a:ext cx="449263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b="1" dirty="0">
                    <a:latin typeface="Courier New" pitchFamily="49" charset="0"/>
                  </a:rPr>
                  <a:t>39</a:t>
                </a:r>
              </a:p>
            </p:txBody>
          </p:sp>
          <p:sp>
            <p:nvSpPr>
              <p:cNvPr id="60" name="Rectangle 25"/>
              <p:cNvSpPr>
                <a:spLocks noChangeArrowheads="1"/>
              </p:cNvSpPr>
              <p:nvPr/>
            </p:nvSpPr>
            <p:spPr bwMode="auto">
              <a:xfrm>
                <a:off x="982663" y="4648200"/>
                <a:ext cx="449262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b="1" dirty="0">
                    <a:latin typeface="Courier New" pitchFamily="49" charset="0"/>
                  </a:rPr>
                  <a:t>38</a:t>
                </a:r>
              </a:p>
            </p:txBody>
          </p:sp>
          <p:sp>
            <p:nvSpPr>
              <p:cNvPr id="61" name="Rectangle 26"/>
              <p:cNvSpPr>
                <a:spLocks noChangeArrowheads="1"/>
              </p:cNvSpPr>
              <p:nvPr/>
            </p:nvSpPr>
            <p:spPr bwMode="auto">
              <a:xfrm>
                <a:off x="1431925" y="4648200"/>
                <a:ext cx="449263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b="1" dirty="0">
                    <a:latin typeface="Courier New" pitchFamily="49" charset="0"/>
                  </a:rPr>
                  <a:t>37</a:t>
                </a:r>
              </a:p>
            </p:txBody>
          </p:sp>
          <p:sp>
            <p:nvSpPr>
              <p:cNvPr id="62" name="Rectangle 27"/>
              <p:cNvSpPr>
                <a:spLocks noChangeArrowheads="1"/>
              </p:cNvSpPr>
              <p:nvPr/>
            </p:nvSpPr>
            <p:spPr bwMode="auto">
              <a:xfrm>
                <a:off x="1881188" y="4648200"/>
                <a:ext cx="449262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b="1" dirty="0">
                    <a:latin typeface="Courier New" pitchFamily="49" charset="0"/>
                  </a:rPr>
                  <a:t>36</a:t>
                </a:r>
              </a:p>
            </p:txBody>
          </p:sp>
        </p:grpSp>
        <p:grpSp>
          <p:nvGrpSpPr>
            <p:cNvPr id="63" name="Group 62"/>
            <p:cNvGrpSpPr/>
            <p:nvPr/>
          </p:nvGrpSpPr>
          <p:grpSpPr>
            <a:xfrm>
              <a:off x="533400" y="3715978"/>
              <a:ext cx="1797050" cy="304800"/>
              <a:chOff x="533400" y="4648200"/>
              <a:chExt cx="1797050" cy="304800"/>
            </a:xfrm>
            <a:solidFill>
              <a:schemeClr val="bg2">
                <a:lumMod val="40000"/>
                <a:lumOff val="60000"/>
              </a:schemeClr>
            </a:solidFill>
          </p:grpSpPr>
          <p:sp>
            <p:nvSpPr>
              <p:cNvPr id="64" name="Rectangle 24"/>
              <p:cNvSpPr>
                <a:spLocks noChangeArrowheads="1"/>
              </p:cNvSpPr>
              <p:nvPr/>
            </p:nvSpPr>
            <p:spPr bwMode="auto">
              <a:xfrm>
                <a:off x="533400" y="4648200"/>
                <a:ext cx="449263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b="1" dirty="0">
                    <a:solidFill>
                      <a:srgbClr val="FF0000"/>
                    </a:solidFill>
                    <a:latin typeface="Courier New" pitchFamily="49" charset="0"/>
                  </a:rPr>
                  <a:t>00</a:t>
                </a:r>
              </a:p>
            </p:txBody>
          </p:sp>
          <p:sp>
            <p:nvSpPr>
              <p:cNvPr id="65" name="Rectangle 25"/>
              <p:cNvSpPr>
                <a:spLocks noChangeArrowheads="1"/>
              </p:cNvSpPr>
              <p:nvPr/>
            </p:nvSpPr>
            <p:spPr bwMode="auto">
              <a:xfrm>
                <a:off x="982663" y="4648200"/>
                <a:ext cx="449262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b="1" dirty="0">
                    <a:latin typeface="Courier New" pitchFamily="49" charset="0"/>
                  </a:rPr>
                  <a:t>32</a:t>
                </a:r>
              </a:p>
            </p:txBody>
          </p:sp>
          <p:sp>
            <p:nvSpPr>
              <p:cNvPr id="66" name="Rectangle 26"/>
              <p:cNvSpPr>
                <a:spLocks noChangeArrowheads="1"/>
              </p:cNvSpPr>
              <p:nvPr/>
            </p:nvSpPr>
            <p:spPr bwMode="auto">
              <a:xfrm>
                <a:off x="1431925" y="4648200"/>
                <a:ext cx="449263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b="1" dirty="0">
                    <a:latin typeface="Courier New" pitchFamily="49" charset="0"/>
                  </a:rPr>
                  <a:t>31</a:t>
                </a:r>
              </a:p>
            </p:txBody>
          </p:sp>
          <p:sp>
            <p:nvSpPr>
              <p:cNvPr id="67" name="Rectangle 27"/>
              <p:cNvSpPr>
                <a:spLocks noChangeArrowheads="1"/>
              </p:cNvSpPr>
              <p:nvPr/>
            </p:nvSpPr>
            <p:spPr bwMode="auto">
              <a:xfrm>
                <a:off x="1881188" y="4648200"/>
                <a:ext cx="449262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b="1" dirty="0">
                    <a:latin typeface="Courier New" pitchFamily="49" charset="0"/>
                  </a:rPr>
                  <a:t>30</a:t>
                </a:r>
              </a:p>
            </p:txBody>
          </p:sp>
        </p:grpSp>
      </p:grpSp>
      <p:sp>
        <p:nvSpPr>
          <p:cNvPr id="4" name="TextBox 3"/>
          <p:cNvSpPr txBox="1"/>
          <p:nvPr/>
        </p:nvSpPr>
        <p:spPr>
          <a:xfrm>
            <a:off x="3629820" y="6323853"/>
            <a:ext cx="5089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  <a:latin typeface="Comic Sans MS" panose="030F0902030302020204" pitchFamily="66" charset="0"/>
              </a:rPr>
              <a:t>Overflowed buffer, but did not corrupt state</a:t>
            </a:r>
          </a:p>
        </p:txBody>
      </p:sp>
      <p:sp>
        <p:nvSpPr>
          <p:cNvPr id="68" name="Rectangle 3"/>
          <p:cNvSpPr>
            <a:spLocks noChangeArrowheads="1"/>
          </p:cNvSpPr>
          <p:nvPr/>
        </p:nvSpPr>
        <p:spPr bwMode="auto">
          <a:xfrm>
            <a:off x="4800601" y="5912412"/>
            <a:ext cx="3552809" cy="335989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2700">
            <a:noFill/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>
              <a:tabLst>
                <a:tab pos="457200" algn="l"/>
                <a:tab pos="1485900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“01234567890123456789012</a:t>
            </a:r>
            <a:r>
              <a:rPr lang="en-US" sz="1600" dirty="0">
                <a:solidFill>
                  <a:srgbClr val="C00000"/>
                </a:solidFill>
                <a:latin typeface="Courier New" pitchFamily="49" charset="0"/>
                <a:ea typeface="MS Mincho" pitchFamily="49" charset="-128"/>
              </a:rPr>
              <a:t>\0</a:t>
            </a:r>
            <a:r>
              <a:rPr lang="en-US" sz="1600" dirty="0">
                <a:latin typeface="Courier New" pitchFamily="49" charset="0"/>
                <a:ea typeface="MS Mincho" pitchFamily="49" charset="-128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424973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4" grpId="0"/>
      <p:bldP spid="6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Buffer Overflow Stack Example #2</a:t>
            </a:r>
          </a:p>
        </p:txBody>
      </p:sp>
      <p:sp>
        <p:nvSpPr>
          <p:cNvPr id="73" name="Rectangle 6">
            <a:extLst>
              <a:ext uri="{FF2B5EF4-FFF2-40B4-BE49-F238E27FC236}">
                <a16:creationId xmlns:a16="http://schemas.microsoft.com/office/drawing/2014/main" id="{66A755FE-A081-BE46-A9EC-00959F8AF9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29600" y="6248400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31E6C9A-129B-7F48-9D65-CF071176AE39}" type="slidenum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360451" name="Rectangle 3"/>
          <p:cNvSpPr>
            <a:spLocks noChangeArrowheads="1"/>
          </p:cNvSpPr>
          <p:nvPr/>
        </p:nvSpPr>
        <p:spPr bwMode="auto">
          <a:xfrm>
            <a:off x="7227888" y="1480904"/>
            <a:ext cx="2601912" cy="132087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>
              <a:tabLst>
                <a:tab pos="457200" algn="l"/>
                <a:tab pos="3146425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echo:</a:t>
            </a:r>
          </a:p>
          <a:p>
            <a:pPr>
              <a:tabLst>
                <a:tab pos="457200" algn="l"/>
                <a:tab pos="3146425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  </a:t>
            </a:r>
            <a:r>
              <a:rPr lang="en-US" sz="1600" dirty="0" err="1">
                <a:latin typeface="Courier New" pitchFamily="49" charset="0"/>
                <a:ea typeface="MS Mincho" pitchFamily="49" charset="-128"/>
              </a:rPr>
              <a:t>subq</a:t>
            </a:r>
            <a:r>
              <a:rPr lang="en-US" sz="1600" dirty="0">
                <a:latin typeface="Courier New" pitchFamily="49" charset="0"/>
                <a:ea typeface="MS Mincho" pitchFamily="49" charset="-128"/>
              </a:rPr>
              <a:t>  $0x18, %</a:t>
            </a:r>
            <a:r>
              <a:rPr lang="en-US" sz="1600" dirty="0" err="1">
                <a:latin typeface="Courier New" pitchFamily="49" charset="0"/>
                <a:ea typeface="MS Mincho" pitchFamily="49" charset="-128"/>
              </a:rPr>
              <a:t>rsp</a:t>
            </a:r>
            <a:endParaRPr lang="en-US" sz="1600" dirty="0">
              <a:latin typeface="Courier New" pitchFamily="49" charset="0"/>
              <a:ea typeface="MS Mincho" pitchFamily="49" charset="-128"/>
            </a:endParaRPr>
          </a:p>
          <a:p>
            <a:pPr>
              <a:tabLst>
                <a:tab pos="457200" algn="l"/>
                <a:tab pos="3146425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  </a:t>
            </a:r>
            <a:r>
              <a:rPr lang="en-US" sz="1600" dirty="0" err="1">
                <a:latin typeface="Courier New" pitchFamily="49" charset="0"/>
                <a:ea typeface="MS Mincho" pitchFamily="49" charset="-128"/>
              </a:rPr>
              <a:t>movq</a:t>
            </a:r>
            <a:r>
              <a:rPr lang="en-US" sz="1600" dirty="0">
                <a:latin typeface="Courier New" pitchFamily="49" charset="0"/>
                <a:ea typeface="MS Mincho" pitchFamily="49" charset="-128"/>
              </a:rPr>
              <a:t>  %</a:t>
            </a:r>
            <a:r>
              <a:rPr lang="en-US" sz="1600" dirty="0" err="1">
                <a:latin typeface="Courier New" pitchFamily="49" charset="0"/>
                <a:ea typeface="MS Mincho" pitchFamily="49" charset="-128"/>
              </a:rPr>
              <a:t>rsp</a:t>
            </a:r>
            <a:r>
              <a:rPr lang="en-US" sz="1600" dirty="0">
                <a:latin typeface="Courier New" pitchFamily="49" charset="0"/>
                <a:ea typeface="MS Mincho" pitchFamily="49" charset="-128"/>
              </a:rPr>
              <a:t>, %</a:t>
            </a:r>
            <a:r>
              <a:rPr lang="en-US" sz="1600" dirty="0" err="1">
                <a:latin typeface="Courier New" pitchFamily="49" charset="0"/>
                <a:ea typeface="MS Mincho" pitchFamily="49" charset="-128"/>
              </a:rPr>
              <a:t>rdi</a:t>
            </a:r>
            <a:endParaRPr lang="en-US" sz="1600" dirty="0">
              <a:latin typeface="Courier New" pitchFamily="49" charset="0"/>
              <a:ea typeface="MS Mincho" pitchFamily="49" charset="-128"/>
            </a:endParaRPr>
          </a:p>
          <a:p>
            <a:pPr>
              <a:tabLst>
                <a:tab pos="457200" algn="l"/>
                <a:tab pos="3146425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  call  gets</a:t>
            </a:r>
          </a:p>
          <a:p>
            <a:pPr>
              <a:tabLst>
                <a:tab pos="457200" algn="l"/>
                <a:tab pos="3146425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  . . .</a:t>
            </a:r>
          </a:p>
        </p:txBody>
      </p:sp>
      <p:sp>
        <p:nvSpPr>
          <p:cNvPr id="25604" name="Rectangle 4"/>
          <p:cNvSpPr>
            <a:spLocks noChangeArrowheads="1"/>
          </p:cNvSpPr>
          <p:nvPr/>
        </p:nvSpPr>
        <p:spPr bwMode="auto">
          <a:xfrm>
            <a:off x="4789488" y="1480904"/>
            <a:ext cx="2438400" cy="1567096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spAutoFit/>
          </a:bodyPr>
          <a:lstStyle/>
          <a:p>
            <a:pPr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void echo()</a:t>
            </a:r>
            <a:br>
              <a:rPr lang="en-US" sz="1600" dirty="0">
                <a:latin typeface="Courier New" pitchFamily="49" charset="0"/>
                <a:ea typeface="MS Mincho" pitchFamily="49" charset="-128"/>
              </a:rPr>
            </a:br>
            <a:r>
              <a:rPr lang="en-US" sz="1600" dirty="0">
                <a:latin typeface="Courier New" pitchFamily="49" charset="0"/>
                <a:ea typeface="MS Mincho" pitchFamily="49" charset="-128"/>
              </a:rPr>
              <a:t>{</a:t>
            </a:r>
            <a:br>
              <a:rPr lang="en-US" sz="1600" dirty="0">
                <a:latin typeface="Courier New" pitchFamily="49" charset="0"/>
                <a:ea typeface="MS Mincho" pitchFamily="49" charset="-128"/>
              </a:rPr>
            </a:br>
            <a:r>
              <a:rPr lang="en-US" sz="1600" dirty="0">
                <a:latin typeface="Courier New" pitchFamily="49" charset="0"/>
                <a:ea typeface="MS Mincho" pitchFamily="49" charset="-128"/>
              </a:rPr>
              <a:t>    char </a:t>
            </a:r>
            <a:r>
              <a:rPr lang="en-US" sz="1600" dirty="0" err="1">
                <a:latin typeface="Courier New" pitchFamily="49" charset="0"/>
                <a:ea typeface="MS Mincho" pitchFamily="49" charset="-128"/>
              </a:rPr>
              <a:t>buf</a:t>
            </a:r>
            <a:r>
              <a:rPr lang="en-US" sz="1600" dirty="0">
                <a:latin typeface="Courier New" pitchFamily="49" charset="0"/>
                <a:ea typeface="MS Mincho" pitchFamily="49" charset="-128"/>
              </a:rPr>
              <a:t>[4]; 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    gets(</a:t>
            </a:r>
            <a:r>
              <a:rPr lang="en-US" sz="1600" dirty="0" err="1">
                <a:latin typeface="Courier New" pitchFamily="49" charset="0"/>
                <a:ea typeface="MS Mincho" pitchFamily="49" charset="-128"/>
              </a:rPr>
              <a:t>buf</a:t>
            </a:r>
            <a:r>
              <a:rPr lang="en-US" sz="1600" dirty="0">
                <a:latin typeface="Courier New" pitchFamily="49" charset="0"/>
                <a:ea typeface="MS Mincho" pitchFamily="49" charset="-128"/>
              </a:rPr>
              <a:t>);</a:t>
            </a:r>
            <a:br>
              <a:rPr lang="en-US" sz="1600" dirty="0">
                <a:latin typeface="Courier New" pitchFamily="49" charset="0"/>
                <a:ea typeface="MS Mincho" pitchFamily="49" charset="-128"/>
              </a:rPr>
            </a:br>
            <a:r>
              <a:rPr lang="en-US" sz="1600" dirty="0">
                <a:latin typeface="Courier New" pitchFamily="49" charset="0"/>
                <a:ea typeface="MS Mincho" pitchFamily="49" charset="-128"/>
              </a:rPr>
              <a:t>    . . .</a:t>
            </a:r>
            <a:br>
              <a:rPr lang="en-US" sz="1600" dirty="0">
                <a:latin typeface="Courier New" pitchFamily="49" charset="0"/>
                <a:ea typeface="MS Mincho" pitchFamily="49" charset="-128"/>
              </a:rPr>
            </a:br>
            <a:r>
              <a:rPr lang="en-US" sz="1600" dirty="0">
                <a:latin typeface="Courier New" pitchFamily="49" charset="0"/>
                <a:ea typeface="MS Mincho" pitchFamily="49" charset="-128"/>
              </a:rPr>
              <a:t>}</a:t>
            </a:r>
          </a:p>
        </p:txBody>
      </p:sp>
      <p:sp>
        <p:nvSpPr>
          <p:cNvPr id="25" name="Rectangle 5"/>
          <p:cNvSpPr>
            <a:spLocks noChangeArrowheads="1"/>
          </p:cNvSpPr>
          <p:nvPr/>
        </p:nvSpPr>
        <p:spPr bwMode="auto">
          <a:xfrm>
            <a:off x="4958916" y="3602836"/>
            <a:ext cx="4718485" cy="1197764"/>
          </a:xfrm>
          <a:prstGeom prst="rect">
            <a:avLst/>
          </a:prstGeom>
          <a:solidFill>
            <a:srgbClr val="F1C7C7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spAutoFit/>
          </a:bodyPr>
          <a:lstStyle/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S Mincho" pitchFamily="49" charset="-128"/>
              </a:rPr>
              <a:t>  . . .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S Mincho" pitchFamily="49" charset="-128"/>
              </a:rPr>
              <a:t>  4006be:	</a:t>
            </a:r>
            <a:r>
              <a:rPr lang="en-US" sz="1800" dirty="0" err="1">
                <a:latin typeface="Courier New" pitchFamily="49" charset="0"/>
                <a:ea typeface="MS Mincho" pitchFamily="49" charset="-128"/>
              </a:rPr>
              <a:t>callq</a:t>
            </a:r>
            <a:r>
              <a:rPr lang="en-US" sz="1800" dirty="0">
                <a:latin typeface="Courier New" pitchFamily="49" charset="0"/>
                <a:ea typeface="MS Mincho" pitchFamily="49" charset="-128"/>
              </a:rPr>
              <a:t>  4006cf &lt;echo&gt;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S Mincho" pitchFamily="49" charset="-128"/>
              </a:rPr>
              <a:t> 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ea typeface="MS Mincho" pitchFamily="49" charset="-128"/>
              </a:rPr>
              <a:t>4006c3</a:t>
            </a:r>
            <a:r>
              <a:rPr lang="en-US" sz="1800" dirty="0">
                <a:latin typeface="Courier New" pitchFamily="49" charset="0"/>
                <a:ea typeface="MS Mincho" pitchFamily="49" charset="-128"/>
              </a:rPr>
              <a:t>:	add    $0x8,%rsp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S Mincho" pitchFamily="49" charset="-128"/>
              </a:rPr>
              <a:t>  . . 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87359" y="3126158"/>
            <a:ext cx="16209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mic Sans MS" panose="030F0902030302020204" pitchFamily="66" charset="0"/>
              </a:rPr>
              <a:t>call_echo</a:t>
            </a:r>
            <a:r>
              <a:rPr lang="en-US" dirty="0">
                <a:latin typeface="Comic Sans MS" panose="030F0902030302020204" pitchFamily="66" charset="0"/>
              </a:rPr>
              <a:t>:</a:t>
            </a:r>
          </a:p>
        </p:txBody>
      </p:sp>
      <p:sp>
        <p:nvSpPr>
          <p:cNvPr id="37" name="Rectangle 3"/>
          <p:cNvSpPr>
            <a:spLocks noChangeArrowheads="1"/>
          </p:cNvSpPr>
          <p:nvPr/>
        </p:nvSpPr>
        <p:spPr bwMode="auto">
          <a:xfrm>
            <a:off x="5715000" y="4953001"/>
            <a:ext cx="4876800" cy="1074653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>
              <a:tabLst>
                <a:tab pos="457200" algn="l"/>
                <a:tab pos="1485900" algn="l"/>
              </a:tabLst>
              <a:defRPr/>
            </a:pPr>
            <a:r>
              <a:rPr lang="en-US" sz="1600" dirty="0" err="1">
                <a:solidFill>
                  <a:schemeClr val="bg1"/>
                </a:solidFill>
                <a:latin typeface="Courier New" pitchFamily="49" charset="0"/>
                <a:ea typeface="MS Mincho" pitchFamily="49" charset="-128"/>
              </a:rPr>
              <a:t>unix</a:t>
            </a:r>
            <a:r>
              <a:rPr lang="en-US" sz="1600" dirty="0">
                <a:solidFill>
                  <a:schemeClr val="bg1"/>
                </a:solidFill>
                <a:latin typeface="Courier New" pitchFamily="49" charset="0"/>
                <a:ea typeface="MS Mincho" pitchFamily="49" charset="-128"/>
              </a:rPr>
              <a:t>&gt;</a:t>
            </a:r>
            <a:r>
              <a:rPr lang="en-US" sz="1600" i="1" dirty="0">
                <a:solidFill>
                  <a:schemeClr val="bg1"/>
                </a:solidFill>
                <a:latin typeface="Courier New" pitchFamily="49" charset="0"/>
                <a:ea typeface="MS Mincho" pitchFamily="49" charset="-128"/>
              </a:rPr>
              <a:t>./</a:t>
            </a:r>
            <a:r>
              <a:rPr lang="en-US" sz="1600" i="1" dirty="0" err="1">
                <a:solidFill>
                  <a:schemeClr val="bg1"/>
                </a:solidFill>
                <a:latin typeface="Courier New" pitchFamily="49" charset="0"/>
                <a:ea typeface="MS Mincho" pitchFamily="49" charset="-128"/>
              </a:rPr>
              <a:t>bufdemo-nsp</a:t>
            </a:r>
            <a:endParaRPr lang="en-US" sz="1600" i="1" dirty="0">
              <a:solidFill>
                <a:schemeClr val="bg1"/>
              </a:solidFill>
              <a:latin typeface="Courier New" pitchFamily="49" charset="0"/>
              <a:ea typeface="MS Mincho" pitchFamily="49" charset="-128"/>
            </a:endParaRPr>
          </a:p>
          <a:p>
            <a:pPr>
              <a:tabLst>
                <a:tab pos="457200" algn="l"/>
                <a:tab pos="1485900" algn="l"/>
              </a:tabLst>
              <a:defRPr/>
            </a:pPr>
            <a:r>
              <a:rPr lang="en-US" sz="1600" dirty="0">
                <a:solidFill>
                  <a:schemeClr val="bg1"/>
                </a:solidFill>
                <a:latin typeface="Courier New" pitchFamily="49" charset="0"/>
                <a:ea typeface="MS Mincho" pitchFamily="49" charset="-128"/>
              </a:rPr>
              <a:t>Type a string:</a:t>
            </a:r>
            <a:r>
              <a:rPr lang="en-US" sz="1600" i="1" dirty="0">
                <a:solidFill>
                  <a:schemeClr val="bg1"/>
                </a:solidFill>
                <a:latin typeface="Courier New" pitchFamily="49" charset="0"/>
                <a:ea typeface="MS Mincho" pitchFamily="49" charset="-128"/>
              </a:rPr>
              <a:t>01234567890123456789012</a:t>
            </a:r>
            <a:r>
              <a:rPr lang="en-US" sz="1600" b="1" i="1" dirty="0">
                <a:solidFill>
                  <a:srgbClr val="FF0000"/>
                </a:solidFill>
                <a:latin typeface="Courier New" pitchFamily="49" charset="0"/>
                <a:ea typeface="MS Mincho" pitchFamily="49" charset="-128"/>
              </a:rPr>
              <a:t>3</a:t>
            </a:r>
          </a:p>
          <a:p>
            <a:pPr>
              <a:tabLst>
                <a:tab pos="457200" algn="l"/>
                <a:tab pos="1485900" algn="l"/>
              </a:tabLst>
              <a:defRPr/>
            </a:pPr>
            <a:r>
              <a:rPr lang="en-US" sz="1600" dirty="0">
                <a:solidFill>
                  <a:schemeClr val="bg1"/>
                </a:solidFill>
                <a:latin typeface="Courier New" pitchFamily="49" charset="0"/>
                <a:ea typeface="MS Mincho" pitchFamily="49" charset="-128"/>
              </a:rPr>
              <a:t>012345678901234567890123</a:t>
            </a:r>
          </a:p>
          <a:p>
            <a:pPr>
              <a:tabLst>
                <a:tab pos="457200" algn="l"/>
                <a:tab pos="1485900" algn="l"/>
              </a:tabLst>
              <a:defRPr/>
            </a:pPr>
            <a:r>
              <a:rPr lang="en-US" sz="1600" b="1" dirty="0">
                <a:solidFill>
                  <a:srgbClr val="FF0000"/>
                </a:solidFill>
                <a:latin typeface="Courier New" pitchFamily="49" charset="0"/>
                <a:ea typeface="MS Mincho" pitchFamily="49" charset="-128"/>
              </a:rPr>
              <a:t>Segmentation fault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55925" y="6215830"/>
            <a:ext cx="5961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  <a:latin typeface="Comic Sans MS" panose="030F0902030302020204" pitchFamily="66" charset="0"/>
              </a:rPr>
              <a:t>Program “returned” to 0x0400600, and then crashed.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95BF51C-057C-0643-8E03-11996E51EE58}"/>
              </a:ext>
            </a:extLst>
          </p:cNvPr>
          <p:cNvGrpSpPr/>
          <p:nvPr/>
        </p:nvGrpSpPr>
        <p:grpSpPr>
          <a:xfrm>
            <a:off x="1981200" y="1524000"/>
            <a:ext cx="3647054" cy="4114800"/>
            <a:chOff x="457200" y="1524000"/>
            <a:chExt cx="3647054" cy="4114800"/>
          </a:xfrm>
        </p:grpSpPr>
        <p:sp>
          <p:nvSpPr>
            <p:cNvPr id="360470" name="Rectangle 22"/>
            <p:cNvSpPr>
              <a:spLocks noChangeArrowheads="1"/>
            </p:cNvSpPr>
            <p:nvPr/>
          </p:nvSpPr>
          <p:spPr bwMode="auto">
            <a:xfrm>
              <a:off x="533400" y="3127374"/>
              <a:ext cx="1797050" cy="60829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alibri" pitchFamily="34" charset="0"/>
                </a:rPr>
                <a:t>Return Address</a:t>
              </a:r>
            </a:p>
            <a:p>
              <a:pPr algn="ctr">
                <a:defRPr/>
              </a:pPr>
              <a:r>
                <a:rPr lang="en-US" sz="1800" dirty="0">
                  <a:latin typeface="Calibri" pitchFamily="34" charset="0"/>
                </a:rPr>
                <a:t>(8 bytes)</a:t>
              </a:r>
            </a:p>
          </p:txBody>
        </p:sp>
        <p:sp>
          <p:nvSpPr>
            <p:cNvPr id="360477" name="Line 29"/>
            <p:cNvSpPr>
              <a:spLocks noChangeShapeType="1"/>
            </p:cNvSpPr>
            <p:nvPr/>
          </p:nvSpPr>
          <p:spPr bwMode="auto">
            <a:xfrm flipH="1">
              <a:off x="2952750" y="5438704"/>
              <a:ext cx="4508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0478" name="Rectangle 30"/>
            <p:cNvSpPr>
              <a:spLocks noChangeArrowheads="1"/>
            </p:cNvSpPr>
            <p:nvPr/>
          </p:nvSpPr>
          <p:spPr bwMode="auto">
            <a:xfrm>
              <a:off x="3365500" y="5265666"/>
              <a:ext cx="73875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rsp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360479" name="Rectangle 31"/>
            <p:cNvSpPr>
              <a:spLocks noChangeArrowheads="1"/>
            </p:cNvSpPr>
            <p:nvPr/>
          </p:nvSpPr>
          <p:spPr bwMode="auto">
            <a:xfrm>
              <a:off x="533400" y="1984375"/>
              <a:ext cx="1797050" cy="1143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 algn="ctr">
                <a:defRPr/>
              </a:pPr>
              <a:r>
                <a:rPr lang="en-US" sz="1800" dirty="0">
                  <a:latin typeface="Comic Sans MS" panose="030F0902030302020204" pitchFamily="66" charset="0"/>
                </a:rPr>
                <a:t>Stack Frame</a:t>
              </a:r>
            </a:p>
            <a:p>
              <a:pPr algn="ctr">
                <a:defRPr/>
              </a:pPr>
              <a:r>
                <a:rPr lang="en-US" sz="1800" dirty="0">
                  <a:latin typeface="Comic Sans MS" panose="030F0902030302020204" pitchFamily="66" charset="0"/>
                </a:rPr>
                <a:t>for </a:t>
              </a:r>
              <a:r>
                <a:rPr lang="en-US" sz="1800" dirty="0" err="1">
                  <a:latin typeface="Courier New" pitchFamily="49" charset="0"/>
                </a:rPr>
                <a:t>call_echo</a:t>
              </a:r>
              <a:endParaRPr lang="en-US" sz="1800" dirty="0">
                <a:latin typeface="Courier New" pitchFamily="49" charset="0"/>
              </a:endParaRPr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533400" y="5272088"/>
              <a:ext cx="1797050" cy="304800"/>
              <a:chOff x="533400" y="4648200"/>
              <a:chExt cx="1797050" cy="304800"/>
            </a:xfrm>
          </p:grpSpPr>
          <p:sp>
            <p:nvSpPr>
              <p:cNvPr id="360472" name="Rectangle 24"/>
              <p:cNvSpPr>
                <a:spLocks noChangeArrowheads="1"/>
              </p:cNvSpPr>
              <p:nvPr/>
            </p:nvSpPr>
            <p:spPr bwMode="auto">
              <a:xfrm>
                <a:off x="533400" y="4648200"/>
                <a:ext cx="449263" cy="3048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</a:rPr>
                  <a:t>33</a:t>
                </a:r>
              </a:p>
            </p:txBody>
          </p:sp>
          <p:sp>
            <p:nvSpPr>
              <p:cNvPr id="360473" name="Rectangle 25"/>
              <p:cNvSpPr>
                <a:spLocks noChangeArrowheads="1"/>
              </p:cNvSpPr>
              <p:nvPr/>
            </p:nvSpPr>
            <p:spPr bwMode="auto">
              <a:xfrm>
                <a:off x="982663" y="4648200"/>
                <a:ext cx="449262" cy="3048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</a:rPr>
                  <a:t>32</a:t>
                </a:r>
              </a:p>
            </p:txBody>
          </p:sp>
          <p:sp>
            <p:nvSpPr>
              <p:cNvPr id="360474" name="Rectangle 26"/>
              <p:cNvSpPr>
                <a:spLocks noChangeArrowheads="1"/>
              </p:cNvSpPr>
              <p:nvPr/>
            </p:nvSpPr>
            <p:spPr bwMode="auto">
              <a:xfrm>
                <a:off x="1431925" y="4648200"/>
                <a:ext cx="449263" cy="3048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</a:rPr>
                  <a:t>31</a:t>
                </a:r>
              </a:p>
            </p:txBody>
          </p:sp>
          <p:sp>
            <p:nvSpPr>
              <p:cNvPr id="360475" name="Rectangle 27"/>
              <p:cNvSpPr>
                <a:spLocks noChangeArrowheads="1"/>
              </p:cNvSpPr>
              <p:nvPr/>
            </p:nvSpPr>
            <p:spPr bwMode="auto">
              <a:xfrm>
                <a:off x="1881188" y="4648200"/>
                <a:ext cx="449262" cy="3048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</a:rPr>
                  <a:t>30</a:t>
                </a:r>
              </a:p>
            </p:txBody>
          </p:sp>
        </p:grpSp>
        <p:sp>
          <p:nvSpPr>
            <p:cNvPr id="360476" name="Rectangle 28"/>
            <p:cNvSpPr>
              <a:spLocks noChangeArrowheads="1"/>
            </p:cNvSpPr>
            <p:nvPr/>
          </p:nvSpPr>
          <p:spPr bwMode="auto">
            <a:xfrm>
              <a:off x="2330450" y="5272088"/>
              <a:ext cx="593725" cy="3667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 dirty="0" err="1">
                  <a:latin typeface="Courier New" pitchFamily="49" charset="0"/>
                </a:rPr>
                <a:t>buf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16" name="TextBox 15"/>
            <p:cNvSpPr txBox="1">
              <a:spLocks noChangeArrowheads="1"/>
            </p:cNvSpPr>
            <p:nvPr/>
          </p:nvSpPr>
          <p:spPr bwMode="auto">
            <a:xfrm>
              <a:off x="457200" y="1524000"/>
              <a:ext cx="208582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800" i="1" u="sng" dirty="0">
                  <a:solidFill>
                    <a:srgbClr val="C00000"/>
                  </a:solidFill>
                  <a:latin typeface="Comic Sans MS" panose="030F0902030302020204" pitchFamily="66" charset="0"/>
                </a:rPr>
                <a:t>After</a:t>
              </a:r>
              <a:r>
                <a:rPr lang="en-US" sz="1800" i="1" dirty="0">
                  <a:solidFill>
                    <a:srgbClr val="C00000"/>
                  </a:solidFill>
                  <a:latin typeface="Comic Sans MS" panose="030F0902030302020204" pitchFamily="66" charset="0"/>
                </a:rPr>
                <a:t> call to gets</a:t>
              </a:r>
            </a:p>
          </p:txBody>
        </p:sp>
        <p:sp>
          <p:nvSpPr>
            <p:cNvPr id="18" name="Rectangle 23"/>
            <p:cNvSpPr>
              <a:spLocks noChangeArrowheads="1"/>
            </p:cNvSpPr>
            <p:nvPr/>
          </p:nvSpPr>
          <p:spPr bwMode="auto">
            <a:xfrm>
              <a:off x="533400" y="3736975"/>
              <a:ext cx="1797050" cy="15312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alibri" pitchFamily="34" charset="0"/>
                </a:rPr>
                <a:t>20 bytes unused</a:t>
              </a:r>
              <a:endParaRPr lang="en-US" sz="1800" dirty="0">
                <a:latin typeface="Courier New" pitchFamily="49" charset="0"/>
              </a:endParaRPr>
            </a:p>
          </p:txBody>
        </p:sp>
        <p:grpSp>
          <p:nvGrpSpPr>
            <p:cNvPr id="32" name="Group 31"/>
            <p:cNvGrpSpPr/>
            <p:nvPr/>
          </p:nvGrpSpPr>
          <p:grpSpPr>
            <a:xfrm>
              <a:off x="533400" y="3138488"/>
              <a:ext cx="1797050" cy="304800"/>
              <a:chOff x="2377022" y="2811289"/>
              <a:chExt cx="1797050" cy="304800"/>
            </a:xfrm>
            <a:solidFill>
              <a:srgbClr val="CDF1C5"/>
            </a:solidFill>
          </p:grpSpPr>
          <p:sp>
            <p:nvSpPr>
              <p:cNvPr id="33" name="Rectangle 24"/>
              <p:cNvSpPr>
                <a:spLocks noChangeArrowheads="1"/>
              </p:cNvSpPr>
              <p:nvPr/>
            </p:nvSpPr>
            <p:spPr bwMode="auto">
              <a:xfrm>
                <a:off x="2377022" y="2811289"/>
                <a:ext cx="449263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solidFill>
                      <a:srgbClr val="0070C0"/>
                    </a:solidFill>
                    <a:latin typeface="Courier New" pitchFamily="49" charset="0"/>
                  </a:rPr>
                  <a:t>00</a:t>
                </a:r>
              </a:p>
            </p:txBody>
          </p:sp>
          <p:sp>
            <p:nvSpPr>
              <p:cNvPr id="34" name="Rectangle 25"/>
              <p:cNvSpPr>
                <a:spLocks noChangeArrowheads="1"/>
              </p:cNvSpPr>
              <p:nvPr/>
            </p:nvSpPr>
            <p:spPr bwMode="auto">
              <a:xfrm>
                <a:off x="2826285" y="2811289"/>
                <a:ext cx="449262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solidFill>
                      <a:srgbClr val="0070C0"/>
                    </a:solidFill>
                    <a:latin typeface="Courier New" pitchFamily="49" charset="0"/>
                  </a:rPr>
                  <a:t>00</a:t>
                </a:r>
              </a:p>
            </p:txBody>
          </p:sp>
          <p:sp>
            <p:nvSpPr>
              <p:cNvPr id="35" name="Rectangle 26"/>
              <p:cNvSpPr>
                <a:spLocks noChangeArrowheads="1"/>
              </p:cNvSpPr>
              <p:nvPr/>
            </p:nvSpPr>
            <p:spPr bwMode="auto">
              <a:xfrm>
                <a:off x="3275547" y="2811289"/>
                <a:ext cx="449263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solidFill>
                      <a:srgbClr val="0070C0"/>
                    </a:solidFill>
                    <a:latin typeface="Courier New" pitchFamily="49" charset="0"/>
                  </a:rPr>
                  <a:t>00</a:t>
                </a:r>
              </a:p>
            </p:txBody>
          </p:sp>
          <p:sp>
            <p:nvSpPr>
              <p:cNvPr id="36" name="Rectangle 27"/>
              <p:cNvSpPr>
                <a:spLocks noChangeArrowheads="1"/>
              </p:cNvSpPr>
              <p:nvPr/>
            </p:nvSpPr>
            <p:spPr bwMode="auto">
              <a:xfrm>
                <a:off x="3724810" y="2811289"/>
                <a:ext cx="449262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solidFill>
                      <a:srgbClr val="0070C0"/>
                    </a:solidFill>
                    <a:latin typeface="Courier New" pitchFamily="49" charset="0"/>
                  </a:rPr>
                  <a:t>00</a:t>
                </a:r>
              </a:p>
            </p:txBody>
          </p:sp>
        </p:grpSp>
        <p:grpSp>
          <p:nvGrpSpPr>
            <p:cNvPr id="43" name="Group 42"/>
            <p:cNvGrpSpPr/>
            <p:nvPr/>
          </p:nvGrpSpPr>
          <p:grpSpPr>
            <a:xfrm>
              <a:off x="533400" y="4960866"/>
              <a:ext cx="1797050" cy="304800"/>
              <a:chOff x="533400" y="4648200"/>
              <a:chExt cx="1797050" cy="304800"/>
            </a:xfrm>
            <a:solidFill>
              <a:schemeClr val="bg2">
                <a:lumMod val="40000"/>
                <a:lumOff val="60000"/>
              </a:schemeClr>
            </a:solidFill>
          </p:grpSpPr>
          <p:sp>
            <p:nvSpPr>
              <p:cNvPr id="44" name="Rectangle 24"/>
              <p:cNvSpPr>
                <a:spLocks noChangeArrowheads="1"/>
              </p:cNvSpPr>
              <p:nvPr/>
            </p:nvSpPr>
            <p:spPr bwMode="auto">
              <a:xfrm>
                <a:off x="533400" y="4648200"/>
                <a:ext cx="449263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</a:rPr>
                  <a:t>37</a:t>
                </a:r>
              </a:p>
            </p:txBody>
          </p:sp>
          <p:sp>
            <p:nvSpPr>
              <p:cNvPr id="45" name="Rectangle 25"/>
              <p:cNvSpPr>
                <a:spLocks noChangeArrowheads="1"/>
              </p:cNvSpPr>
              <p:nvPr/>
            </p:nvSpPr>
            <p:spPr bwMode="auto">
              <a:xfrm>
                <a:off x="982663" y="4648200"/>
                <a:ext cx="449262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</a:rPr>
                  <a:t>36</a:t>
                </a:r>
              </a:p>
            </p:txBody>
          </p:sp>
          <p:sp>
            <p:nvSpPr>
              <p:cNvPr id="46" name="Rectangle 26"/>
              <p:cNvSpPr>
                <a:spLocks noChangeArrowheads="1"/>
              </p:cNvSpPr>
              <p:nvPr/>
            </p:nvSpPr>
            <p:spPr bwMode="auto">
              <a:xfrm>
                <a:off x="1431925" y="4648200"/>
                <a:ext cx="449263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</a:rPr>
                  <a:t>35</a:t>
                </a:r>
              </a:p>
            </p:txBody>
          </p:sp>
          <p:sp>
            <p:nvSpPr>
              <p:cNvPr id="47" name="Rectangle 27"/>
              <p:cNvSpPr>
                <a:spLocks noChangeArrowheads="1"/>
              </p:cNvSpPr>
              <p:nvPr/>
            </p:nvSpPr>
            <p:spPr bwMode="auto">
              <a:xfrm>
                <a:off x="1881188" y="4648200"/>
                <a:ext cx="449262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</a:rPr>
                  <a:t>34</a:t>
                </a:r>
              </a:p>
            </p:txBody>
          </p:sp>
        </p:grpSp>
        <p:grpSp>
          <p:nvGrpSpPr>
            <p:cNvPr id="48" name="Group 47"/>
            <p:cNvGrpSpPr/>
            <p:nvPr/>
          </p:nvGrpSpPr>
          <p:grpSpPr>
            <a:xfrm>
              <a:off x="533400" y="4649644"/>
              <a:ext cx="1797050" cy="304800"/>
              <a:chOff x="533400" y="4648200"/>
              <a:chExt cx="1797050" cy="304800"/>
            </a:xfrm>
            <a:solidFill>
              <a:schemeClr val="bg2">
                <a:lumMod val="40000"/>
                <a:lumOff val="60000"/>
              </a:schemeClr>
            </a:solidFill>
          </p:grpSpPr>
          <p:sp>
            <p:nvSpPr>
              <p:cNvPr id="49" name="Rectangle 24"/>
              <p:cNvSpPr>
                <a:spLocks noChangeArrowheads="1"/>
              </p:cNvSpPr>
              <p:nvPr/>
            </p:nvSpPr>
            <p:spPr bwMode="auto">
              <a:xfrm>
                <a:off x="533400" y="4648200"/>
                <a:ext cx="449263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</a:rPr>
                  <a:t>31</a:t>
                </a:r>
              </a:p>
            </p:txBody>
          </p:sp>
          <p:sp>
            <p:nvSpPr>
              <p:cNvPr id="50" name="Rectangle 25"/>
              <p:cNvSpPr>
                <a:spLocks noChangeArrowheads="1"/>
              </p:cNvSpPr>
              <p:nvPr/>
            </p:nvSpPr>
            <p:spPr bwMode="auto">
              <a:xfrm>
                <a:off x="982663" y="4648200"/>
                <a:ext cx="449262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</a:rPr>
                  <a:t>30</a:t>
                </a:r>
              </a:p>
            </p:txBody>
          </p:sp>
          <p:sp>
            <p:nvSpPr>
              <p:cNvPr id="51" name="Rectangle 26"/>
              <p:cNvSpPr>
                <a:spLocks noChangeArrowheads="1"/>
              </p:cNvSpPr>
              <p:nvPr/>
            </p:nvSpPr>
            <p:spPr bwMode="auto">
              <a:xfrm>
                <a:off x="1431925" y="4648200"/>
                <a:ext cx="449263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</a:rPr>
                  <a:t>39</a:t>
                </a:r>
              </a:p>
            </p:txBody>
          </p:sp>
          <p:sp>
            <p:nvSpPr>
              <p:cNvPr id="52" name="Rectangle 27"/>
              <p:cNvSpPr>
                <a:spLocks noChangeArrowheads="1"/>
              </p:cNvSpPr>
              <p:nvPr/>
            </p:nvSpPr>
            <p:spPr bwMode="auto">
              <a:xfrm>
                <a:off x="1881188" y="4648200"/>
                <a:ext cx="449262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</a:rPr>
                  <a:t>38</a:t>
                </a:r>
              </a:p>
            </p:txBody>
          </p:sp>
        </p:grpSp>
        <p:grpSp>
          <p:nvGrpSpPr>
            <p:cNvPr id="53" name="Group 52"/>
            <p:cNvGrpSpPr/>
            <p:nvPr/>
          </p:nvGrpSpPr>
          <p:grpSpPr>
            <a:xfrm>
              <a:off x="533400" y="4338422"/>
              <a:ext cx="1797050" cy="304800"/>
              <a:chOff x="533400" y="4648200"/>
              <a:chExt cx="1797050" cy="304800"/>
            </a:xfrm>
            <a:solidFill>
              <a:schemeClr val="bg2">
                <a:lumMod val="40000"/>
                <a:lumOff val="60000"/>
              </a:schemeClr>
            </a:solidFill>
          </p:grpSpPr>
          <p:sp>
            <p:nvSpPr>
              <p:cNvPr id="54" name="Rectangle 24"/>
              <p:cNvSpPr>
                <a:spLocks noChangeArrowheads="1"/>
              </p:cNvSpPr>
              <p:nvPr/>
            </p:nvSpPr>
            <p:spPr bwMode="auto">
              <a:xfrm>
                <a:off x="533400" y="4648200"/>
                <a:ext cx="449263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</a:rPr>
                  <a:t>35</a:t>
                </a:r>
              </a:p>
            </p:txBody>
          </p:sp>
          <p:sp>
            <p:nvSpPr>
              <p:cNvPr id="55" name="Rectangle 25"/>
              <p:cNvSpPr>
                <a:spLocks noChangeArrowheads="1"/>
              </p:cNvSpPr>
              <p:nvPr/>
            </p:nvSpPr>
            <p:spPr bwMode="auto">
              <a:xfrm>
                <a:off x="982663" y="4648200"/>
                <a:ext cx="449262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</a:rPr>
                  <a:t>34</a:t>
                </a:r>
              </a:p>
            </p:txBody>
          </p:sp>
          <p:sp>
            <p:nvSpPr>
              <p:cNvPr id="56" name="Rectangle 26"/>
              <p:cNvSpPr>
                <a:spLocks noChangeArrowheads="1"/>
              </p:cNvSpPr>
              <p:nvPr/>
            </p:nvSpPr>
            <p:spPr bwMode="auto">
              <a:xfrm>
                <a:off x="1431925" y="4648200"/>
                <a:ext cx="449263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</a:rPr>
                  <a:t>33</a:t>
                </a:r>
              </a:p>
            </p:txBody>
          </p:sp>
          <p:sp>
            <p:nvSpPr>
              <p:cNvPr id="57" name="Rectangle 27"/>
              <p:cNvSpPr>
                <a:spLocks noChangeArrowheads="1"/>
              </p:cNvSpPr>
              <p:nvPr/>
            </p:nvSpPr>
            <p:spPr bwMode="auto">
              <a:xfrm>
                <a:off x="1881188" y="4648200"/>
                <a:ext cx="449262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</a:rPr>
                  <a:t>32</a:t>
                </a:r>
              </a:p>
            </p:txBody>
          </p:sp>
        </p:grpSp>
        <p:grpSp>
          <p:nvGrpSpPr>
            <p:cNvPr id="58" name="Group 57"/>
            <p:cNvGrpSpPr/>
            <p:nvPr/>
          </p:nvGrpSpPr>
          <p:grpSpPr>
            <a:xfrm>
              <a:off x="533400" y="4027200"/>
              <a:ext cx="1797050" cy="304800"/>
              <a:chOff x="533400" y="4648200"/>
              <a:chExt cx="1797050" cy="304800"/>
            </a:xfrm>
            <a:solidFill>
              <a:schemeClr val="bg2">
                <a:lumMod val="40000"/>
                <a:lumOff val="60000"/>
              </a:schemeClr>
            </a:solidFill>
          </p:grpSpPr>
          <p:sp>
            <p:nvSpPr>
              <p:cNvPr id="59" name="Rectangle 24"/>
              <p:cNvSpPr>
                <a:spLocks noChangeArrowheads="1"/>
              </p:cNvSpPr>
              <p:nvPr/>
            </p:nvSpPr>
            <p:spPr bwMode="auto">
              <a:xfrm>
                <a:off x="533400" y="4648200"/>
                <a:ext cx="449263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</a:rPr>
                  <a:t>39</a:t>
                </a:r>
              </a:p>
            </p:txBody>
          </p:sp>
          <p:sp>
            <p:nvSpPr>
              <p:cNvPr id="60" name="Rectangle 25"/>
              <p:cNvSpPr>
                <a:spLocks noChangeArrowheads="1"/>
              </p:cNvSpPr>
              <p:nvPr/>
            </p:nvSpPr>
            <p:spPr bwMode="auto">
              <a:xfrm>
                <a:off x="982663" y="4648200"/>
                <a:ext cx="449262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</a:rPr>
                  <a:t>38</a:t>
                </a:r>
              </a:p>
            </p:txBody>
          </p:sp>
          <p:sp>
            <p:nvSpPr>
              <p:cNvPr id="61" name="Rectangle 26"/>
              <p:cNvSpPr>
                <a:spLocks noChangeArrowheads="1"/>
              </p:cNvSpPr>
              <p:nvPr/>
            </p:nvSpPr>
            <p:spPr bwMode="auto">
              <a:xfrm>
                <a:off x="1431925" y="4648200"/>
                <a:ext cx="449263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</a:rPr>
                  <a:t>37</a:t>
                </a:r>
              </a:p>
            </p:txBody>
          </p:sp>
          <p:sp>
            <p:nvSpPr>
              <p:cNvPr id="62" name="Rectangle 27"/>
              <p:cNvSpPr>
                <a:spLocks noChangeArrowheads="1"/>
              </p:cNvSpPr>
              <p:nvPr/>
            </p:nvSpPr>
            <p:spPr bwMode="auto">
              <a:xfrm>
                <a:off x="1881188" y="4648200"/>
                <a:ext cx="449262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</a:rPr>
                  <a:t>36</a:t>
                </a:r>
              </a:p>
            </p:txBody>
          </p:sp>
        </p:grpSp>
        <p:grpSp>
          <p:nvGrpSpPr>
            <p:cNvPr id="63" name="Group 62"/>
            <p:cNvGrpSpPr/>
            <p:nvPr/>
          </p:nvGrpSpPr>
          <p:grpSpPr>
            <a:xfrm>
              <a:off x="533400" y="3715978"/>
              <a:ext cx="1797050" cy="304800"/>
              <a:chOff x="533400" y="4648200"/>
              <a:chExt cx="1797050" cy="304800"/>
            </a:xfrm>
            <a:solidFill>
              <a:schemeClr val="bg2">
                <a:lumMod val="40000"/>
                <a:lumOff val="60000"/>
              </a:schemeClr>
            </a:solidFill>
          </p:grpSpPr>
          <p:sp>
            <p:nvSpPr>
              <p:cNvPr id="64" name="Rectangle 24"/>
              <p:cNvSpPr>
                <a:spLocks noChangeArrowheads="1"/>
              </p:cNvSpPr>
              <p:nvPr/>
            </p:nvSpPr>
            <p:spPr bwMode="auto">
              <a:xfrm>
                <a:off x="533400" y="4648200"/>
                <a:ext cx="449263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</a:rPr>
                  <a:t>33</a:t>
                </a:r>
              </a:p>
            </p:txBody>
          </p:sp>
          <p:sp>
            <p:nvSpPr>
              <p:cNvPr id="65" name="Rectangle 25"/>
              <p:cNvSpPr>
                <a:spLocks noChangeArrowheads="1"/>
              </p:cNvSpPr>
              <p:nvPr/>
            </p:nvSpPr>
            <p:spPr bwMode="auto">
              <a:xfrm>
                <a:off x="982663" y="4648200"/>
                <a:ext cx="449262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</a:rPr>
                  <a:t>32</a:t>
                </a:r>
              </a:p>
            </p:txBody>
          </p:sp>
          <p:sp>
            <p:nvSpPr>
              <p:cNvPr id="66" name="Rectangle 26"/>
              <p:cNvSpPr>
                <a:spLocks noChangeArrowheads="1"/>
              </p:cNvSpPr>
              <p:nvPr/>
            </p:nvSpPr>
            <p:spPr bwMode="auto">
              <a:xfrm>
                <a:off x="1431925" y="4648200"/>
                <a:ext cx="449263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</a:rPr>
                  <a:t>31</a:t>
                </a:r>
              </a:p>
            </p:txBody>
          </p:sp>
          <p:sp>
            <p:nvSpPr>
              <p:cNvPr id="67" name="Rectangle 27"/>
              <p:cNvSpPr>
                <a:spLocks noChangeArrowheads="1"/>
              </p:cNvSpPr>
              <p:nvPr/>
            </p:nvSpPr>
            <p:spPr bwMode="auto">
              <a:xfrm>
                <a:off x="1881188" y="4648200"/>
                <a:ext cx="449262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</a:rPr>
                  <a:t>30</a:t>
                </a:r>
              </a:p>
            </p:txBody>
          </p:sp>
        </p:grpSp>
        <p:grpSp>
          <p:nvGrpSpPr>
            <p:cNvPr id="68" name="Group 67"/>
            <p:cNvGrpSpPr/>
            <p:nvPr/>
          </p:nvGrpSpPr>
          <p:grpSpPr>
            <a:xfrm>
              <a:off x="533400" y="3443288"/>
              <a:ext cx="1797050" cy="304800"/>
              <a:chOff x="2377022" y="2811289"/>
              <a:chExt cx="1797050" cy="304800"/>
            </a:xfrm>
            <a:solidFill>
              <a:srgbClr val="D5F1CF"/>
            </a:solidFill>
          </p:grpSpPr>
          <p:sp>
            <p:nvSpPr>
              <p:cNvPr id="69" name="Rectangle 24"/>
              <p:cNvSpPr>
                <a:spLocks noChangeArrowheads="1"/>
              </p:cNvSpPr>
              <p:nvPr/>
            </p:nvSpPr>
            <p:spPr bwMode="auto">
              <a:xfrm>
                <a:off x="2377022" y="2811289"/>
                <a:ext cx="449263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solidFill>
                      <a:srgbClr val="0070C0"/>
                    </a:solidFill>
                    <a:latin typeface="Courier New" pitchFamily="49" charset="0"/>
                  </a:rPr>
                  <a:t>00</a:t>
                </a:r>
              </a:p>
            </p:txBody>
          </p:sp>
          <p:sp>
            <p:nvSpPr>
              <p:cNvPr id="70" name="Rectangle 25"/>
              <p:cNvSpPr>
                <a:spLocks noChangeArrowheads="1"/>
              </p:cNvSpPr>
              <p:nvPr/>
            </p:nvSpPr>
            <p:spPr bwMode="auto">
              <a:xfrm>
                <a:off x="2826285" y="2811289"/>
                <a:ext cx="449262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solidFill>
                      <a:srgbClr val="0070C0"/>
                    </a:solidFill>
                    <a:latin typeface="Courier New" pitchFamily="49" charset="0"/>
                  </a:rPr>
                  <a:t>40</a:t>
                </a:r>
              </a:p>
            </p:txBody>
          </p:sp>
          <p:sp>
            <p:nvSpPr>
              <p:cNvPr id="71" name="Rectangle 26"/>
              <p:cNvSpPr>
                <a:spLocks noChangeArrowheads="1"/>
              </p:cNvSpPr>
              <p:nvPr/>
            </p:nvSpPr>
            <p:spPr bwMode="auto">
              <a:xfrm>
                <a:off x="3275547" y="2811289"/>
                <a:ext cx="449263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solidFill>
                      <a:srgbClr val="0070C0"/>
                    </a:solidFill>
                    <a:latin typeface="Courier New" pitchFamily="49" charset="0"/>
                  </a:rPr>
                  <a:t>06</a:t>
                </a:r>
              </a:p>
            </p:txBody>
          </p:sp>
          <p:sp>
            <p:nvSpPr>
              <p:cNvPr id="72" name="Rectangle 27"/>
              <p:cNvSpPr>
                <a:spLocks noChangeArrowheads="1"/>
              </p:cNvSpPr>
              <p:nvPr/>
            </p:nvSpPr>
            <p:spPr bwMode="auto">
              <a:xfrm>
                <a:off x="3724810" y="2811289"/>
                <a:ext cx="449262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b="1" dirty="0">
                    <a:solidFill>
                      <a:srgbClr val="FF0000"/>
                    </a:solidFill>
                    <a:latin typeface="Courier New" pitchFamily="49" charset="0"/>
                  </a:rPr>
                  <a:t>00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4040592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304800" y="12452"/>
            <a:ext cx="8403336" cy="75895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Buffer Overflow Example #2 Explained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  <p:custDataLst>
              <p:tags r:id="rId2"/>
            </p:custDataLst>
          </p:nvPr>
        </p:nvSpPr>
        <p:spPr>
          <a:xfrm>
            <a:off x="8534400" y="6492240"/>
            <a:ext cx="609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rgbClr val="4B2A85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9pPr>
          </a:lstStyle>
          <a:p>
            <a:fld id="{7CBE8339-D2AD-46DC-A898-FD1E949067F0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25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724400" y="1371600"/>
            <a:ext cx="5669280" cy="4754880"/>
          </a:xfrm>
          <a:prstGeom prst="rect">
            <a:avLst/>
          </a:prstGeom>
          <a:solidFill>
            <a:srgbClr val="F1C7C7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spAutoFit/>
          </a:bodyPr>
          <a:lstStyle/>
          <a:p>
            <a:pPr>
              <a:tabLst>
                <a:tab pos="457200" algn="l"/>
                <a:tab pos="1485900" algn="l"/>
              </a:tabLst>
            </a:pPr>
            <a:r>
              <a:rPr lang="en-US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0000000000400500 &lt;</a:t>
            </a:r>
            <a:r>
              <a:rPr lang="en-US" dirty="0" err="1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deregister_tm_clones</a:t>
            </a:r>
            <a:r>
              <a:rPr lang="en-US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&gt;: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400500</a:t>
            </a:r>
            <a:r>
              <a:rPr lang="en-US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:  </a:t>
            </a:r>
            <a:r>
              <a:rPr lang="en-US" dirty="0" err="1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mov</a:t>
            </a:r>
            <a:r>
              <a:rPr lang="en-US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  $0x60104f,%eax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400505:  push   %</a:t>
            </a:r>
            <a:r>
              <a:rPr lang="en-US" dirty="0" err="1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rbp</a:t>
            </a:r>
            <a:endParaRPr lang="en-US" dirty="0">
              <a:latin typeface="Courier New" panose="02070309020205020404" pitchFamily="49" charset="0"/>
              <a:ea typeface="MS Mincho" pitchFamily="49" charset="-128"/>
              <a:cs typeface="Courier New" panose="02070309020205020404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400506:  sub    $0x601048,%rax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40050c:  </a:t>
            </a:r>
            <a:r>
              <a:rPr lang="en-US" dirty="0" err="1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cmp</a:t>
            </a:r>
            <a:r>
              <a:rPr lang="en-US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  $0xe,%rax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400510:  </a:t>
            </a:r>
            <a:r>
              <a:rPr lang="en-US" dirty="0" err="1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mov</a:t>
            </a:r>
            <a:r>
              <a:rPr lang="en-US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  %</a:t>
            </a:r>
            <a:r>
              <a:rPr lang="en-US" dirty="0" err="1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rsp</a:t>
            </a:r>
            <a:r>
              <a:rPr lang="en-US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,%</a:t>
            </a:r>
            <a:r>
              <a:rPr lang="en-US" dirty="0" err="1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rbp</a:t>
            </a:r>
            <a:endParaRPr lang="en-US" dirty="0">
              <a:latin typeface="Courier New" panose="02070309020205020404" pitchFamily="49" charset="0"/>
              <a:ea typeface="MS Mincho" pitchFamily="49" charset="-128"/>
              <a:cs typeface="Courier New" panose="02070309020205020404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400513:  </a:t>
            </a:r>
            <a:r>
              <a:rPr lang="en-US" dirty="0" err="1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jbe</a:t>
            </a:r>
            <a:r>
              <a:rPr lang="en-US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  400530 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400515:  </a:t>
            </a:r>
            <a:r>
              <a:rPr lang="en-US" dirty="0" err="1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mov</a:t>
            </a:r>
            <a:r>
              <a:rPr lang="en-US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  $0x0,%eax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40051a:  test   %</a:t>
            </a:r>
            <a:r>
              <a:rPr lang="en-US" dirty="0" err="1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rax</a:t>
            </a:r>
            <a:r>
              <a:rPr lang="en-US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,%</a:t>
            </a:r>
            <a:r>
              <a:rPr lang="en-US" dirty="0" err="1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rax</a:t>
            </a:r>
            <a:endParaRPr lang="en-US" dirty="0">
              <a:latin typeface="Courier New" panose="02070309020205020404" pitchFamily="49" charset="0"/>
              <a:ea typeface="MS Mincho" pitchFamily="49" charset="-128"/>
              <a:cs typeface="Courier New" panose="02070309020205020404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40051d:  je     400530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40051f:  pop    %</a:t>
            </a:r>
            <a:r>
              <a:rPr lang="en-US" dirty="0" err="1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rbp</a:t>
            </a:r>
            <a:endParaRPr lang="en-US" dirty="0">
              <a:latin typeface="Courier New" panose="02070309020205020404" pitchFamily="49" charset="0"/>
              <a:ea typeface="MS Mincho" pitchFamily="49" charset="-128"/>
              <a:cs typeface="Courier New" panose="02070309020205020404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400520:  </a:t>
            </a:r>
            <a:r>
              <a:rPr lang="en-US" dirty="0" err="1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mov</a:t>
            </a:r>
            <a:r>
              <a:rPr lang="en-US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  $0x601048,%edi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400525:  </a:t>
            </a:r>
            <a:r>
              <a:rPr lang="en-US" dirty="0" err="1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jmpq</a:t>
            </a:r>
            <a:r>
              <a:rPr lang="en-US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 *%</a:t>
            </a:r>
            <a:r>
              <a:rPr lang="en-US" dirty="0" err="1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rax</a:t>
            </a:r>
            <a:endParaRPr lang="en-US" dirty="0">
              <a:latin typeface="Courier New" panose="02070309020205020404" pitchFamily="49" charset="0"/>
              <a:ea typeface="MS Mincho" pitchFamily="49" charset="-128"/>
              <a:cs typeface="Courier New" panose="02070309020205020404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400527:  </a:t>
            </a:r>
            <a:r>
              <a:rPr lang="en-US" dirty="0" err="1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nopw</a:t>
            </a:r>
            <a:r>
              <a:rPr lang="en-US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 0x0(%rax,%rax,1)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40052e:  </a:t>
            </a:r>
            <a:r>
              <a:rPr lang="en-US" dirty="0" err="1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nop</a:t>
            </a:r>
            <a:endParaRPr lang="en-US" dirty="0">
              <a:latin typeface="Courier New" panose="02070309020205020404" pitchFamily="49" charset="0"/>
              <a:ea typeface="MS Mincho" pitchFamily="49" charset="-128"/>
              <a:cs typeface="Courier New" panose="02070309020205020404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400530:  pop    %</a:t>
            </a:r>
            <a:r>
              <a:rPr lang="en-US" dirty="0" err="1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rbp</a:t>
            </a:r>
            <a:endParaRPr lang="en-US" dirty="0">
              <a:latin typeface="Courier New" panose="02070309020205020404" pitchFamily="49" charset="0"/>
              <a:ea typeface="MS Mincho" pitchFamily="49" charset="-128"/>
              <a:cs typeface="Courier New" panose="02070309020205020404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400531: 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retq</a:t>
            </a:r>
            <a:endParaRPr lang="en-US" dirty="0">
              <a:solidFill>
                <a:srgbClr val="FF0000"/>
              </a:solidFill>
              <a:latin typeface="Courier New" panose="02070309020205020404" pitchFamily="49" charset="0"/>
              <a:ea typeface="MS Mincho" pitchFamily="49" charset="-128"/>
              <a:cs typeface="Courier New" panose="02070309020205020404" pitchFamily="49" charset="0"/>
            </a:endParaRPr>
          </a:p>
        </p:txBody>
      </p:sp>
      <p:sp>
        <p:nvSpPr>
          <p:cNvPr id="4" name="TextBox 3"/>
          <p:cNvSpPr txBox="1"/>
          <p:nvPr>
            <p:custDataLst>
              <p:tags r:id="rId4"/>
            </p:custDataLst>
          </p:nvPr>
        </p:nvSpPr>
        <p:spPr>
          <a:xfrm>
            <a:off x="3292426" y="6174728"/>
            <a:ext cx="61018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itchFamily="34" charset="0"/>
              </a:rPr>
              <a:t>“Returns” to unrelated code, but continues!</a:t>
            </a:r>
          </a:p>
          <a:p>
            <a:r>
              <a:rPr lang="en-US" dirty="0">
                <a:latin typeface="Calibri" pitchFamily="34" charset="0"/>
              </a:rPr>
              <a:t>Eventually </a:t>
            </a:r>
            <a:r>
              <a:rPr lang="en-US" dirty="0" err="1">
                <a:latin typeface="Calibri" pitchFamily="34" charset="0"/>
              </a:rPr>
              <a:t>segfaults</a:t>
            </a:r>
            <a:r>
              <a:rPr lang="en-US" dirty="0">
                <a:latin typeface="Calibri" pitchFamily="34" charset="0"/>
              </a:rPr>
              <a:t> on </a:t>
            </a:r>
            <a:r>
              <a:rPr lang="en-US" dirty="0" err="1">
                <a:latin typeface="Courier"/>
                <a:cs typeface="Courier"/>
              </a:rPr>
              <a:t>retq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>
                <a:latin typeface="Calibri" pitchFamily="34" charset="0"/>
              </a:rPr>
              <a:t>of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deregister_tm_clones</a:t>
            </a:r>
            <a:r>
              <a:rPr lang="en-US" dirty="0">
                <a:latin typeface="Calibri" pitchFamily="34" charset="0"/>
              </a:rPr>
              <a:t>.</a:t>
            </a:r>
            <a:endParaRPr lang="en-US" dirty="0">
              <a:latin typeface="Courier"/>
              <a:cs typeface="Courier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969325" y="1389888"/>
          <a:ext cx="1751588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78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8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78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97280">
                <a:tc gridSpan="4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Stack frame for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Anonymous Pro" charset="0"/>
                          <a:cs typeface="Courier New" panose="02070309020205020404" pitchFamily="49" charset="0"/>
                        </a:rPr>
                        <a:t>call_echo</a:t>
                      </a:r>
                      <a:endParaRPr lang="en-US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Anonymous Pro" charset="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Anonymous Pro" charset="0"/>
                          <a:cs typeface="Courier New" panose="02070309020205020404" pitchFamily="49" charset="0"/>
                        </a:rPr>
                        <a:t>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Anonymous Pro" charset="0"/>
                          <a:cs typeface="Courier New" panose="02070309020205020404" pitchFamily="49" charset="0"/>
                        </a:rPr>
                        <a:t>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Anonymous Pro" charset="0"/>
                          <a:cs typeface="Courier New" panose="02070309020205020404" pitchFamily="49" charset="0"/>
                        </a:rPr>
                        <a:t>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Anonymous Pro" charset="0"/>
                          <a:cs typeface="Courier New" panose="02070309020205020404" pitchFamily="49" charset="0"/>
                        </a:rPr>
                        <a:t>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Anonymous Pro" charset="0"/>
                          <a:cs typeface="Courier New" panose="02070309020205020404" pitchFamily="49" charset="0"/>
                        </a:rPr>
                        <a:t>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Anonymous Pro" charset="0"/>
                          <a:cs typeface="Courier New" panose="02070309020205020404" pitchFamily="49" charset="0"/>
                        </a:rPr>
                        <a:t>40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Anonymous Pro" charset="0"/>
                          <a:cs typeface="Courier New" panose="02070309020205020404" pitchFamily="49" charset="0"/>
                        </a:rPr>
                        <a:t>05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Anonymous Pro" charset="0"/>
                          <a:cs typeface="Courier New" panose="02070309020205020404" pitchFamily="49" charset="0"/>
                        </a:rPr>
                        <a:t>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Anonymous Pro" charset="0"/>
                          <a:cs typeface="Courier New" panose="02070309020205020404" pitchFamily="49" charset="0"/>
                        </a:rPr>
                        <a:t>34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Anonymous Pro" charset="0"/>
                          <a:cs typeface="Courier New" panose="02070309020205020404" pitchFamily="49" charset="0"/>
                        </a:rPr>
                        <a:t>33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Anonymous Pro" charset="0"/>
                          <a:cs typeface="Courier New" panose="02070309020205020404" pitchFamily="49" charset="0"/>
                        </a:rPr>
                        <a:t>32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Anonymous Pro" charset="0"/>
                          <a:cs typeface="Courier New" panose="02070309020205020404" pitchFamily="49" charset="0"/>
                        </a:rPr>
                        <a:t>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Anonymous Pro" charset="0"/>
                          <a:cs typeface="Courier New" panose="02070309020205020404" pitchFamily="49" charset="0"/>
                        </a:rPr>
                        <a:t>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Anonymous Pro" charset="0"/>
                          <a:cs typeface="Courier New" panose="02070309020205020404" pitchFamily="49" charset="0"/>
                        </a:rPr>
                        <a:t>39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Anonymous Pro" charset="0"/>
                          <a:cs typeface="Courier New" panose="02070309020205020404" pitchFamily="49" charset="0"/>
                        </a:rPr>
                        <a:t>38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Anonymous Pro" charset="0"/>
                          <a:cs typeface="Courier New" panose="02070309020205020404" pitchFamily="49" charset="0"/>
                        </a:rPr>
                        <a:t>37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Anonymous Pro" charset="0"/>
                          <a:cs typeface="Courier New" panose="02070309020205020404" pitchFamily="49" charset="0"/>
                        </a:rPr>
                        <a:t>36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Anonymous Pro" charset="0"/>
                          <a:cs typeface="Courier New" panose="02070309020205020404" pitchFamily="49" charset="0"/>
                        </a:rPr>
                        <a:t>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Anonymous Pro" charset="0"/>
                          <a:cs typeface="Courier New" panose="02070309020205020404" pitchFamily="49" charset="0"/>
                        </a:rPr>
                        <a:t>34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Anonymous Pro" charset="0"/>
                          <a:cs typeface="Courier New" panose="02070309020205020404" pitchFamily="49" charset="0"/>
                        </a:rPr>
                        <a:t>33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Anonymous Pro" charset="0"/>
                          <a:cs typeface="Courier New" panose="02070309020205020404" pitchFamily="49" charset="0"/>
                        </a:rPr>
                        <a:t>32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Anonymous Pro" charset="0"/>
                          <a:cs typeface="Courier New" panose="02070309020205020404" pitchFamily="49" charset="0"/>
                        </a:rPr>
                        <a:t>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Anonymous Pro" charset="0"/>
                          <a:cs typeface="Courier New" panose="02070309020205020404" pitchFamily="49" charset="0"/>
                        </a:rPr>
                        <a:t>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Anonymous Pro" charset="0"/>
                          <a:cs typeface="Courier New" panose="02070309020205020404" pitchFamily="49" charset="0"/>
                        </a:rPr>
                        <a:t>39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Anonymous Pro" charset="0"/>
                          <a:cs typeface="Courier New" panose="02070309020205020404" pitchFamily="49" charset="0"/>
                        </a:rPr>
                        <a:t>38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Anonymous Pro" charset="0"/>
                          <a:cs typeface="Courier New" panose="02070309020205020404" pitchFamily="49" charset="0"/>
                        </a:rPr>
                        <a:t>37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Anonymous Pro" charset="0"/>
                          <a:cs typeface="Courier New" panose="02070309020205020404" pitchFamily="49" charset="0"/>
                        </a:rPr>
                        <a:t>36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Anonymous Pro" charset="0"/>
                          <a:cs typeface="Courier New" panose="02070309020205020404" pitchFamily="49" charset="0"/>
                        </a:rPr>
                        <a:t>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Anonymous Pro" charset="0"/>
                          <a:cs typeface="Courier New" panose="02070309020205020404" pitchFamily="49" charset="0"/>
                        </a:rPr>
                        <a:t>34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Anonymous Pro" charset="0"/>
                          <a:cs typeface="Courier New" panose="02070309020205020404" pitchFamily="49" charset="0"/>
                        </a:rPr>
                        <a:t>33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Anonymous Pro" charset="0"/>
                          <a:cs typeface="Courier New" panose="02070309020205020404" pitchFamily="49" charset="0"/>
                        </a:rPr>
                        <a:t>32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Anonymous Pro" charset="0"/>
                          <a:cs typeface="Courier New" panose="02070309020205020404" pitchFamily="49" charset="0"/>
                        </a:rPr>
                        <a:t>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3720913" y="5095273"/>
            <a:ext cx="506870" cy="374904"/>
          </a:xfrm>
          <a:prstGeom prst="rect">
            <a:avLst/>
          </a:prstGeom>
        </p:spPr>
        <p:txBody>
          <a:bodyPr wrap="none" anchor="ctr" anchorCtr="0">
            <a:normAutofit/>
          </a:bodyPr>
          <a:lstStyle/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buf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718561" y="2194560"/>
            <a:ext cx="918521" cy="374904"/>
          </a:xfrm>
          <a:prstGeom prst="rect">
            <a:avLst/>
          </a:prstGeom>
        </p:spPr>
        <p:txBody>
          <a:bodyPr wrap="none" lIns="0" tIns="0" rIns="0" bIns="0" anchor="ctr" anchorCtr="0">
            <a:normAutofit/>
          </a:bodyPr>
          <a:lstStyle/>
          <a:p>
            <a:pPr algn="ctr">
              <a:lnSpc>
                <a:spcPts val="1600"/>
              </a:lnSpc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⟵%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rsp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TextBox 17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969325" y="1063749"/>
            <a:ext cx="175564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noAutofit/>
          </a:bodyPr>
          <a:lstStyle/>
          <a:p>
            <a:pPr algn="ctr" eaLnBrk="0" hangingPunct="0"/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After return from echo</a:t>
            </a:r>
          </a:p>
        </p:txBody>
      </p:sp>
    </p:spTree>
    <p:extLst>
      <p:ext uri="{BB962C8B-B14F-4D97-AF65-F5344CB8AC3E}">
        <p14:creationId xmlns:p14="http://schemas.microsoft.com/office/powerpoint/2010/main" val="362431594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4" grpId="0"/>
      <p:bldP spid="15" grpId="0"/>
      <p:bldP spid="17" grpId="0"/>
      <p:bldP spid="1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11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251700" y="3200400"/>
            <a:ext cx="1066800" cy="1524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endParaRPr lang="en-US" dirty="0">
              <a:latin typeface="Calibri" pitchFamily="34" charset="0"/>
            </a:endParaRPr>
          </a:p>
          <a:p>
            <a:pPr eaLnBrk="0" hangingPunct="0">
              <a:defRPr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30722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250824" y="95926"/>
            <a:ext cx="11864975" cy="573088"/>
          </a:xfrm>
        </p:spPr>
        <p:txBody>
          <a:bodyPr>
            <a:noAutofit/>
          </a:bodyPr>
          <a:lstStyle/>
          <a:p>
            <a:r>
              <a:rPr lang="en-US" sz="3200" dirty="0"/>
              <a:t>Malicious Use of Buffer Overflow: Code Injection Attacks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1981200" y="5562600"/>
            <a:ext cx="8255000" cy="1143000"/>
          </a:xfrm>
        </p:spPr>
        <p:txBody>
          <a:bodyPr anchor="ctr">
            <a:normAutofit lnSpcReduction="10000"/>
          </a:bodyPr>
          <a:lstStyle/>
          <a:p>
            <a:pPr marL="160338" defTabSz="895350"/>
            <a:r>
              <a:rPr lang="en-US" sz="2000" dirty="0"/>
              <a:t>Input string contains byte representation of executable code</a:t>
            </a:r>
          </a:p>
          <a:p>
            <a:pPr marL="160338" defTabSz="895350"/>
            <a:r>
              <a:rPr lang="en-US" sz="2000" dirty="0"/>
              <a:t>Overwrite return address A with address of buffer B</a:t>
            </a:r>
          </a:p>
          <a:p>
            <a:pPr marL="160338" defTabSz="895350"/>
            <a:r>
              <a:rPr lang="en-US" sz="2000" dirty="0"/>
              <a:t>When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bar()</a:t>
            </a:r>
            <a:r>
              <a:rPr lang="en-US" sz="2000" dirty="0"/>
              <a:t> executes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ret</a:t>
            </a:r>
            <a:r>
              <a:rPr lang="en-US" sz="2000" dirty="0"/>
              <a:t>, will jump to exploit code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  <p:custDataLst>
              <p:tags r:id="rId4"/>
            </p:custDataLst>
          </p:nvPr>
        </p:nvSpPr>
        <p:spPr>
          <a:xfrm>
            <a:off x="8534400" y="6492240"/>
            <a:ext cx="609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rgbClr val="4B2A85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9pPr>
          </a:lstStyle>
          <a:p>
            <a:fld id="{7CBE8339-D2AD-46DC-A898-FD1E949067F0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30724" name="Rectangle 4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057400" y="3355976"/>
            <a:ext cx="2438400" cy="17494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bar() {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char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[64]; 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gets(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...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return ...; 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0725" name="Rectangle 5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057400" y="1911350"/>
            <a:ext cx="1828800" cy="120015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void foo(){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bar();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A:...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0730" name="Text Box 12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4117976" y="2490271"/>
            <a:ext cx="1776144" cy="36933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0" hangingPunct="0"/>
            <a:r>
              <a:rPr lang="en-US" dirty="0">
                <a:latin typeface="Calibri" pitchFamily="34" charset="0"/>
              </a:rPr>
              <a:t>return address A</a:t>
            </a:r>
          </a:p>
        </p:txBody>
      </p:sp>
      <p:sp>
        <p:nvSpPr>
          <p:cNvPr id="30731" name="Line 13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 flipH="1">
            <a:off x="3429001" y="2670175"/>
            <a:ext cx="6889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>
            <a:spAutoFit/>
          </a:bodyPr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30726" name="Text Box 6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6979016" y="1012195"/>
            <a:ext cx="2713948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u="sng" dirty="0">
                <a:latin typeface="Calibri" pitchFamily="34" charset="0"/>
              </a:rPr>
              <a:t>Stack after call to </a:t>
            </a:r>
            <a:r>
              <a:rPr lang="en-US" u="sng" dirty="0">
                <a:latin typeface="Courier New" panose="02070309020205020404" pitchFamily="49" charset="0"/>
                <a:cs typeface="Courier New" panose="02070309020205020404" pitchFamily="49" charset="0"/>
              </a:rPr>
              <a:t>gets()</a:t>
            </a:r>
          </a:p>
        </p:txBody>
      </p:sp>
      <p:sp>
        <p:nvSpPr>
          <p:cNvPr id="365575" name="Rectangle 7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7251700" y="2819400"/>
            <a:ext cx="1066800" cy="381000"/>
          </a:xfrm>
          <a:prstGeom prst="rect">
            <a:avLst/>
          </a:prstGeom>
          <a:solidFill>
            <a:srgbClr val="A5A5E9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r>
              <a:rPr lang="en-US" dirty="0">
                <a:latin typeface="Calibri" pitchFamily="34" charset="0"/>
              </a:rPr>
              <a:t>A </a:t>
            </a:r>
            <a:r>
              <a:rPr lang="en-US" sz="900" dirty="0">
                <a:latin typeface="Calibri" pitchFamily="34" charset="0"/>
              </a:rPr>
              <a:t>(return address)</a:t>
            </a:r>
            <a:endParaRPr lang="en-US" sz="1100" dirty="0">
              <a:latin typeface="Calibri" pitchFamily="34" charset="0"/>
            </a:endParaRPr>
          </a:p>
        </p:txBody>
      </p:sp>
      <p:sp>
        <p:nvSpPr>
          <p:cNvPr id="365576" name="Rectangle 8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7251700" y="1600200"/>
            <a:ext cx="1066800" cy="12192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365579" name="Rectangle 11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7251700" y="4724400"/>
            <a:ext cx="1066800" cy="6223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endParaRPr lang="en-US" dirty="0">
              <a:latin typeface="Calibri" pitchFamily="34" charset="0"/>
            </a:endParaRPr>
          </a:p>
          <a:p>
            <a:pPr eaLnBrk="0" hangingPunct="0">
              <a:defRPr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30732" name="Text Box 14"/>
          <p:cNvSpPr txBox="1"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8686801" y="1984248"/>
            <a:ext cx="1734257" cy="36933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foo</a:t>
            </a:r>
            <a:r>
              <a:rPr lang="en-US" dirty="0">
                <a:latin typeface="Calibri" pitchFamily="34" charset="0"/>
              </a:rPr>
              <a:t> stack frame</a:t>
            </a:r>
          </a:p>
        </p:txBody>
      </p:sp>
      <p:sp>
        <p:nvSpPr>
          <p:cNvPr id="30733" name="Text Box 15"/>
          <p:cNvSpPr txBox="1"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8686801" y="3657600"/>
            <a:ext cx="1734257" cy="36933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bar</a:t>
            </a:r>
            <a:r>
              <a:rPr lang="en-US" dirty="0">
                <a:latin typeface="Calibri" pitchFamily="34" charset="0"/>
              </a:rPr>
              <a:t> stack frame</a:t>
            </a:r>
          </a:p>
        </p:txBody>
      </p:sp>
      <p:sp>
        <p:nvSpPr>
          <p:cNvPr id="30734" name="Text Box 16"/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6499226" y="4478339"/>
            <a:ext cx="314325" cy="36988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>
                <a:latin typeface="Calibri" pitchFamily="34" charset="0"/>
              </a:rPr>
              <a:t>B</a:t>
            </a:r>
          </a:p>
        </p:txBody>
      </p:sp>
      <p:sp>
        <p:nvSpPr>
          <p:cNvPr id="30735" name="Line 17"/>
          <p:cNvSpPr>
            <a:spLocks noChangeShapeType="1"/>
          </p:cNvSpPr>
          <p:nvPr>
            <p:custDataLst>
              <p:tags r:id="rId16"/>
            </p:custDataLst>
          </p:nvPr>
        </p:nvSpPr>
        <p:spPr bwMode="auto">
          <a:xfrm>
            <a:off x="6791326" y="4665663"/>
            <a:ext cx="3968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>
            <a:spAutoFit/>
          </a:bodyPr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365586" name="Rectangle 18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7251700" y="4078288"/>
            <a:ext cx="1066800" cy="64611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eaLnBrk="0" hangingPunct="0">
              <a:defRPr/>
            </a:pPr>
            <a:r>
              <a:rPr lang="en-US" dirty="0">
                <a:latin typeface="Calibri" pitchFamily="34" charset="0"/>
              </a:rPr>
              <a:t>exploit</a:t>
            </a:r>
          </a:p>
          <a:p>
            <a:pPr eaLnBrk="0" hangingPunct="0">
              <a:defRPr/>
            </a:pPr>
            <a:r>
              <a:rPr lang="en-US" dirty="0">
                <a:latin typeface="Calibri" pitchFamily="34" charset="0"/>
              </a:rPr>
              <a:t>code</a:t>
            </a:r>
          </a:p>
        </p:txBody>
      </p:sp>
      <p:sp>
        <p:nvSpPr>
          <p:cNvPr id="365587" name="Rectangle 19"/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7251701" y="3182112"/>
            <a:ext cx="1065213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eaLnBrk="0" hangingPunct="0">
              <a:defRPr/>
            </a:pPr>
            <a:r>
              <a:rPr lang="en-US" dirty="0">
                <a:latin typeface="Calibri" pitchFamily="34" charset="0"/>
              </a:rPr>
              <a:t>pad</a:t>
            </a:r>
          </a:p>
        </p:txBody>
      </p:sp>
      <p:sp>
        <p:nvSpPr>
          <p:cNvPr id="30738" name="Text Box 21"/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5545138" y="3451226"/>
            <a:ext cx="1371600" cy="64611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0" hangingPunct="0"/>
            <a:r>
              <a:rPr lang="en-US" dirty="0">
                <a:latin typeface="Calibri" pitchFamily="34" charset="0"/>
              </a:rPr>
              <a:t>data written</a:t>
            </a:r>
          </a:p>
          <a:p>
            <a:pPr eaLnBrk="0" hangingPunct="0"/>
            <a:r>
              <a:rPr lang="en-US" dirty="0">
                <a:latin typeface="Calibri" pitchFamily="34" charset="0"/>
              </a:rPr>
              <a:t>by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gets()</a:t>
            </a:r>
          </a:p>
        </p:txBody>
      </p:sp>
      <p:sp>
        <p:nvSpPr>
          <p:cNvPr id="30739" name="AutoShape 16"/>
          <p:cNvSpPr>
            <a:spLocks/>
          </p:cNvSpPr>
          <p:nvPr>
            <p:custDataLst>
              <p:tags r:id="rId20"/>
            </p:custDataLst>
          </p:nvPr>
        </p:nvSpPr>
        <p:spPr bwMode="auto">
          <a:xfrm rot="10800000">
            <a:off x="8416925" y="1600200"/>
            <a:ext cx="228600" cy="1188720"/>
          </a:xfrm>
          <a:prstGeom prst="leftBrace">
            <a:avLst>
              <a:gd name="adj1" fmla="val 74991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>
              <a:latin typeface="Calibri" pitchFamily="34" charset="0"/>
            </a:endParaRPr>
          </a:p>
        </p:txBody>
      </p:sp>
      <p:sp>
        <p:nvSpPr>
          <p:cNvPr id="30740" name="AutoShape 16"/>
          <p:cNvSpPr>
            <a:spLocks/>
          </p:cNvSpPr>
          <p:nvPr>
            <p:custDataLst>
              <p:tags r:id="rId21"/>
            </p:custDataLst>
          </p:nvPr>
        </p:nvSpPr>
        <p:spPr bwMode="auto">
          <a:xfrm rot="10800000">
            <a:off x="8416925" y="2834640"/>
            <a:ext cx="228600" cy="1874520"/>
          </a:xfrm>
          <a:prstGeom prst="leftBrace">
            <a:avLst>
              <a:gd name="adj1" fmla="val 74976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>
              <a:latin typeface="Calibri" pitchFamily="34" charset="0"/>
            </a:endParaRPr>
          </a:p>
        </p:txBody>
      </p:sp>
      <p:sp>
        <p:nvSpPr>
          <p:cNvPr id="30741" name="AutoShape 16"/>
          <p:cNvSpPr>
            <a:spLocks/>
          </p:cNvSpPr>
          <p:nvPr>
            <p:custDataLst>
              <p:tags r:id="rId22"/>
            </p:custDataLst>
          </p:nvPr>
        </p:nvSpPr>
        <p:spPr bwMode="auto">
          <a:xfrm rot="10800000" flipH="1">
            <a:off x="6883400" y="2819400"/>
            <a:ext cx="228600" cy="1905000"/>
          </a:xfrm>
          <a:prstGeom prst="leftBrace">
            <a:avLst>
              <a:gd name="adj1" fmla="val 75000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>
              <a:latin typeface="Calibri" pitchFamily="34" charset="0"/>
            </a:endParaRPr>
          </a:p>
        </p:txBody>
      </p:sp>
      <p:sp>
        <p:nvSpPr>
          <p:cNvPr id="24" name="TextBox 23"/>
          <p:cNvSpPr txBox="1"/>
          <p:nvPr>
            <p:custDataLst>
              <p:tags r:id="rId23"/>
            </p:custDataLst>
          </p:nvPr>
        </p:nvSpPr>
        <p:spPr>
          <a:xfrm>
            <a:off x="7154863" y="5287007"/>
            <a:ext cx="12884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</a:rPr>
              <a:t>Low Addresses</a:t>
            </a:r>
          </a:p>
        </p:txBody>
      </p:sp>
      <p:sp>
        <p:nvSpPr>
          <p:cNvPr id="25" name="TextBox 24"/>
          <p:cNvSpPr txBox="1"/>
          <p:nvPr>
            <p:custDataLst>
              <p:tags r:id="rId24"/>
            </p:custDataLst>
          </p:nvPr>
        </p:nvSpPr>
        <p:spPr>
          <a:xfrm>
            <a:off x="7154864" y="1336715"/>
            <a:ext cx="13240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</a:rPr>
              <a:t>High Addresses</a:t>
            </a:r>
          </a:p>
        </p:txBody>
      </p:sp>
      <p:sp>
        <p:nvSpPr>
          <p:cNvPr id="26" name="Rectangle 7"/>
          <p:cNvSpPr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7248144" y="2819400"/>
            <a:ext cx="1066800" cy="365760"/>
          </a:xfrm>
          <a:prstGeom prst="rect">
            <a:avLst/>
          </a:prstGeom>
          <a:solidFill>
            <a:srgbClr val="A5A5E9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r>
              <a:rPr lang="en-US" dirty="0">
                <a:latin typeface="Calibri" pitchFamily="34" charset="0"/>
              </a:rPr>
              <a:t>A </a:t>
            </a:r>
            <a:r>
              <a:rPr lang="en-US" dirty="0">
                <a:solidFill>
                  <a:srgbClr val="FF0000"/>
                </a:solidFill>
                <a:latin typeface="Calibri" pitchFamily="34" charset="0"/>
              </a:rPr>
              <a:t>B</a:t>
            </a:r>
          </a:p>
        </p:txBody>
      </p:sp>
      <p:sp>
        <p:nvSpPr>
          <p:cNvPr id="4" name="TextBox 3"/>
          <p:cNvSpPr txBox="1"/>
          <p:nvPr>
            <p:custDataLst>
              <p:tags r:id="rId26"/>
            </p:custDataLst>
          </p:nvPr>
        </p:nvSpPr>
        <p:spPr>
          <a:xfrm>
            <a:off x="4746303" y="4517768"/>
            <a:ext cx="146796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buf</a:t>
            </a:r>
            <a:r>
              <a:rPr lang="en-US" dirty="0">
                <a:solidFill>
                  <a:srgbClr val="FF0000"/>
                </a:solidFill>
                <a:latin typeface="Calibri" pitchFamily="34" charset="0"/>
              </a:rPr>
              <a:t> starts here</a:t>
            </a:r>
          </a:p>
        </p:txBody>
      </p:sp>
      <p:cxnSp>
        <p:nvCxnSpPr>
          <p:cNvPr id="6" name="Straight Arrow Connector 5"/>
          <p:cNvCxnSpPr>
            <a:stCxn id="4" idx="3"/>
            <a:endCxn id="30734" idx="1"/>
          </p:cNvCxnSpPr>
          <p:nvPr>
            <p:custDataLst>
              <p:tags r:id="rId27"/>
            </p:custDataLst>
          </p:nvPr>
        </p:nvCxnSpPr>
        <p:spPr bwMode="auto">
          <a:xfrm>
            <a:off x="6214269" y="4656268"/>
            <a:ext cx="284956" cy="7015"/>
          </a:xfrm>
          <a:prstGeom prst="straightConnector1">
            <a:avLst/>
          </a:prstGeom>
          <a:noFill/>
          <a:ln w="25400" cap="flat" cmpd="sng" algn="ctr">
            <a:solidFill>
              <a:srgbClr val="4B2A85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0" name="Straight Connector 9"/>
          <p:cNvCxnSpPr/>
          <p:nvPr/>
        </p:nvCxnSpPr>
        <p:spPr bwMode="auto">
          <a:xfrm flipH="1">
            <a:off x="7308851" y="2946400"/>
            <a:ext cx="171451" cy="152400"/>
          </a:xfrm>
          <a:prstGeom prst="line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27902630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4" grpId="0" animBg="1"/>
      <p:bldP spid="30730" grpId="0"/>
      <p:bldP spid="30731" grpId="0" animBg="1"/>
      <p:bldP spid="30734" grpId="0"/>
      <p:bldP spid="30735" grpId="0" animBg="1"/>
      <p:bldP spid="365586" grpId="0" animBg="1"/>
      <p:bldP spid="365587" grpId="0" animBg="1"/>
      <p:bldP spid="30738" grpId="0"/>
      <p:bldP spid="30741" grpId="0" animBg="1"/>
      <p:bldP spid="26" grpId="0" animBg="1"/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eaLnBrk="1" hangingPunct="1"/>
            <a:r>
              <a:rPr lang="en-US" dirty="0"/>
              <a:t>Exploits Based on Buffer Overflows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sz="2400" i="1" dirty="0">
                <a:solidFill>
                  <a:srgbClr val="FF0000"/>
                </a:solidFill>
              </a:rPr>
              <a:t>Buffer overflow bugs can allow remote machines to execute arbitrary code on victim machines</a:t>
            </a:r>
          </a:p>
          <a:p>
            <a:pPr eaLnBrk="1" hangingPunct="1"/>
            <a:r>
              <a:rPr lang="en-US" sz="2400" dirty="0"/>
              <a:t>Distressingly common in real programs</a:t>
            </a:r>
          </a:p>
          <a:p>
            <a:pPr lvl="1" eaLnBrk="1" hangingPunct="1"/>
            <a:r>
              <a:rPr lang="en-US" sz="2000" dirty="0"/>
              <a:t>Programmers keep making the same mistakes </a:t>
            </a:r>
            <a:r>
              <a:rPr lang="en-US" sz="2000" dirty="0">
                <a:sym typeface="Wingdings"/>
              </a:rPr>
              <a:t></a:t>
            </a:r>
          </a:p>
          <a:p>
            <a:pPr lvl="1" eaLnBrk="1" hangingPunct="1"/>
            <a:r>
              <a:rPr lang="en-US" sz="2000" dirty="0">
                <a:sym typeface="Wingdings"/>
              </a:rPr>
              <a:t>Recent measures make these attacks much more difficult</a:t>
            </a:r>
            <a:endParaRPr lang="en-US" sz="2000" dirty="0"/>
          </a:p>
          <a:p>
            <a:pPr eaLnBrk="1" hangingPunct="1"/>
            <a:r>
              <a:rPr lang="en-US" sz="2400" dirty="0"/>
              <a:t>Examples across the decades</a:t>
            </a:r>
          </a:p>
          <a:p>
            <a:pPr lvl="1" eaLnBrk="1" hangingPunct="1"/>
            <a:r>
              <a:rPr lang="en-US" sz="2000" dirty="0"/>
              <a:t>Original “Internet worm” (1988)</a:t>
            </a:r>
          </a:p>
          <a:p>
            <a:pPr lvl="1" eaLnBrk="1" hangingPunct="1"/>
            <a:r>
              <a:rPr lang="en-US" sz="2000" i="1" dirty="0"/>
              <a:t>Still happens!! </a:t>
            </a:r>
          </a:p>
          <a:p>
            <a:pPr lvl="2"/>
            <a:r>
              <a:rPr lang="en-US" sz="1600" dirty="0">
                <a:solidFill>
                  <a:srgbClr val="C00000"/>
                </a:solidFill>
              </a:rPr>
              <a:t>Heartbleed</a:t>
            </a:r>
            <a:r>
              <a:rPr lang="en-US" sz="1600" dirty="0"/>
              <a:t> (2014, affected 17% of servers)</a:t>
            </a:r>
          </a:p>
          <a:p>
            <a:pPr lvl="2"/>
            <a:r>
              <a:rPr lang="en-US" sz="1600" dirty="0" err="1"/>
              <a:t>Cloudbleed</a:t>
            </a:r>
            <a:r>
              <a:rPr lang="en-US" sz="1600" dirty="0"/>
              <a:t> (2017)</a:t>
            </a:r>
          </a:p>
          <a:p>
            <a:pPr lvl="1" eaLnBrk="1" hangingPunct="1"/>
            <a:r>
              <a:rPr lang="en-US" sz="2000" i="1" dirty="0"/>
              <a:t>Fun:</a:t>
            </a:r>
            <a:r>
              <a:rPr lang="en-US" sz="2000" dirty="0"/>
              <a:t> Nintendo hacks</a:t>
            </a:r>
          </a:p>
          <a:p>
            <a:pPr lvl="2"/>
            <a:r>
              <a:rPr lang="en-US" sz="1800" dirty="0"/>
              <a:t>Using glitches to rewrite code:  </a:t>
            </a:r>
            <a:r>
              <a:rPr lang="en-US" sz="1600" dirty="0">
                <a:hlinkClick r:id="rId5"/>
              </a:rPr>
              <a:t>https://www.youtube.com/watch?v=TqK-2jUQBUY</a:t>
            </a:r>
            <a:endParaRPr lang="en-US" sz="2400" dirty="0"/>
          </a:p>
          <a:p>
            <a:pPr lvl="2"/>
            <a:r>
              <a:rPr lang="en-US" sz="1800" dirty="0" err="1"/>
              <a:t>FlappyBird</a:t>
            </a:r>
            <a:r>
              <a:rPr lang="en-US" sz="1800" dirty="0"/>
              <a:t> in Mario:  </a:t>
            </a:r>
            <a:r>
              <a:rPr lang="en-US" sz="1600" dirty="0">
                <a:hlinkClick r:id="rId6"/>
              </a:rPr>
              <a:t>https://www.youtube.com/watch?v=hB6eY73sLV0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173395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dirty="0"/>
              <a:t>Example: the original Internet worm (1988)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lnSpc>
                <a:spcPct val="110000"/>
              </a:lnSpc>
            </a:pPr>
            <a:r>
              <a:rPr lang="en-US" dirty="0"/>
              <a:t>Exploited a few vulnerabilities to spread</a:t>
            </a:r>
          </a:p>
          <a:p>
            <a:pPr lvl="1" eaLnBrk="1" hangingPunct="1">
              <a:lnSpc>
                <a:spcPct val="110000"/>
              </a:lnSpc>
            </a:pPr>
            <a:r>
              <a:rPr lang="en-US" dirty="0"/>
              <a:t>Early versions of the finger server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fingerd</a:t>
            </a:r>
            <a:r>
              <a:rPr lang="en-US" dirty="0"/>
              <a:t>) used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gets()</a:t>
            </a:r>
            <a:r>
              <a:rPr lang="en-US" b="1" dirty="0"/>
              <a:t> </a:t>
            </a:r>
            <a:r>
              <a:rPr lang="en-US" dirty="0"/>
              <a:t>to read the argument sent by the client:</a:t>
            </a:r>
          </a:p>
          <a:p>
            <a:pPr lvl="2" eaLnBrk="1" hangingPunct="1">
              <a:lnSpc>
                <a:spcPct val="11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finger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droh@cs.cmu.edu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eaLnBrk="1" hangingPunct="1">
              <a:lnSpc>
                <a:spcPct val="110000"/>
              </a:lnSpc>
            </a:pPr>
            <a:r>
              <a:rPr lang="en-US" dirty="0"/>
              <a:t>Worm attacked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fingerd</a:t>
            </a:r>
            <a:r>
              <a:rPr lang="en-US" dirty="0"/>
              <a:t> server with phony argument:</a:t>
            </a:r>
          </a:p>
          <a:p>
            <a:pPr lvl="2" eaLnBrk="1" hangingPunct="1">
              <a:lnSpc>
                <a:spcPct val="11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finger</a:t>
            </a:r>
            <a:r>
              <a:rPr lang="en-US" dirty="0"/>
              <a:t>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“exploit-code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padding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new-return-</a:t>
            </a:r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addr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</a:p>
          <a:p>
            <a:pPr lvl="2" eaLnBrk="1" hangingPunct="1">
              <a:lnSpc>
                <a:spcPct val="110000"/>
              </a:lnSpc>
            </a:pPr>
            <a:r>
              <a:rPr lang="en-US" dirty="0"/>
              <a:t>Exploit code:  executed a root shell on the victim machine with a direct TCP connection to the attacker</a:t>
            </a:r>
          </a:p>
          <a:p>
            <a:pPr eaLnBrk="1" hangingPunct="1">
              <a:lnSpc>
                <a:spcPct val="110000"/>
              </a:lnSpc>
            </a:pPr>
            <a:r>
              <a:rPr lang="en-US" dirty="0"/>
              <a:t>Scanned for other machines to attack</a:t>
            </a:r>
          </a:p>
          <a:p>
            <a:pPr lvl="1" eaLnBrk="1" hangingPunct="1">
              <a:lnSpc>
                <a:spcPct val="110000"/>
              </a:lnSpc>
            </a:pPr>
            <a:r>
              <a:rPr lang="en-US" dirty="0"/>
              <a:t>Invaded ~6000 computers in hours (10% of the Internet</a:t>
            </a:r>
            <a:r>
              <a:rPr lang="en-US" dirty="0">
                <a:sym typeface="Wingdings"/>
              </a:rPr>
              <a:t>)</a:t>
            </a:r>
          </a:p>
          <a:p>
            <a:pPr lvl="2" eaLnBrk="1" hangingPunct="1">
              <a:lnSpc>
                <a:spcPct val="110000"/>
              </a:lnSpc>
            </a:pPr>
            <a:r>
              <a:rPr lang="en-US" dirty="0">
                <a:sym typeface="Wingdings"/>
              </a:rPr>
              <a:t>see </a:t>
            </a:r>
            <a:r>
              <a:rPr lang="en-US" dirty="0">
                <a:sym typeface="Wingdings"/>
                <a:hlinkClick r:id="rId5"/>
              </a:rPr>
              <a:t>June 1989 article</a:t>
            </a:r>
            <a:r>
              <a:rPr lang="en-US" dirty="0">
                <a:sym typeface="Wingdings"/>
              </a:rPr>
              <a:t> in </a:t>
            </a:r>
            <a:r>
              <a:rPr lang="en-US" i="1" dirty="0">
                <a:sym typeface="Wingdings"/>
              </a:rPr>
              <a:t>Comm. of the ACM</a:t>
            </a:r>
            <a:endParaRPr lang="en-US" i="1" dirty="0"/>
          </a:p>
          <a:p>
            <a:pPr lvl="1" eaLnBrk="1" hangingPunct="1">
              <a:lnSpc>
                <a:spcPct val="110000"/>
              </a:lnSpc>
            </a:pPr>
            <a:r>
              <a:rPr lang="en-US" dirty="0"/>
              <a:t>The young author of the worm was prosecuted…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5A34253-1C23-454E-855F-315863B38B0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31E6C9A-129B-7F48-9D65-CF071176AE39}" type="slidenum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4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1554917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41" t="3962" r="5911" b="28109"/>
          <a:stretch/>
        </p:blipFill>
        <p:spPr>
          <a:xfrm>
            <a:off x="6400801" y="1584325"/>
            <a:ext cx="4237317" cy="4159624"/>
          </a:xfrm>
          <a:prstGeom prst="rect">
            <a:avLst/>
          </a:prstGeom>
        </p:spPr>
      </p:pic>
      <p:sp>
        <p:nvSpPr>
          <p:cNvPr id="3174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dirty="0"/>
              <a:t>Heartbleed (</a:t>
            </a:r>
            <a:r>
              <a:rPr lang="en-US" dirty="0">
                <a:solidFill>
                  <a:srgbClr val="C00000"/>
                </a:solidFill>
              </a:rPr>
              <a:t>2014</a:t>
            </a:r>
            <a:r>
              <a:rPr lang="en-US" dirty="0"/>
              <a:t>)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1828800" y="1524000"/>
            <a:ext cx="4480560" cy="51054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en-US" sz="2400" dirty="0"/>
              <a:t>Buffer over-read in OpenSSL</a:t>
            </a:r>
          </a:p>
          <a:p>
            <a:pPr lvl="1">
              <a:lnSpc>
                <a:spcPct val="120000"/>
              </a:lnSpc>
            </a:pPr>
            <a:r>
              <a:rPr lang="en-US" sz="2000" dirty="0"/>
              <a:t>Open source security library</a:t>
            </a:r>
          </a:p>
          <a:p>
            <a:pPr lvl="1">
              <a:lnSpc>
                <a:spcPct val="120000"/>
              </a:lnSpc>
            </a:pPr>
            <a:r>
              <a:rPr lang="en-US" sz="2000" dirty="0"/>
              <a:t>Bug in a small range of versions</a:t>
            </a:r>
          </a:p>
          <a:p>
            <a:pPr>
              <a:lnSpc>
                <a:spcPct val="120000"/>
              </a:lnSpc>
            </a:pPr>
            <a:r>
              <a:rPr lang="en-US" sz="2400" dirty="0"/>
              <a:t>“Heartbeat” packet</a:t>
            </a:r>
          </a:p>
          <a:p>
            <a:pPr lvl="1">
              <a:lnSpc>
                <a:spcPct val="120000"/>
              </a:lnSpc>
            </a:pPr>
            <a:r>
              <a:rPr lang="en-US" sz="2000" dirty="0"/>
              <a:t>Specifies length of message</a:t>
            </a:r>
          </a:p>
          <a:p>
            <a:pPr lvl="1">
              <a:lnSpc>
                <a:spcPct val="120000"/>
              </a:lnSpc>
            </a:pPr>
            <a:r>
              <a:rPr lang="en-US" sz="2000" dirty="0"/>
              <a:t>Server echoes it back</a:t>
            </a:r>
          </a:p>
          <a:p>
            <a:pPr lvl="1">
              <a:lnSpc>
                <a:spcPct val="120000"/>
              </a:lnSpc>
            </a:pPr>
            <a:r>
              <a:rPr lang="en-US" sz="2000" dirty="0"/>
              <a:t>Library just “trusted” this length</a:t>
            </a:r>
          </a:p>
          <a:p>
            <a:pPr lvl="1">
              <a:lnSpc>
                <a:spcPct val="120000"/>
              </a:lnSpc>
            </a:pPr>
            <a:r>
              <a:rPr lang="en-US" sz="2000" dirty="0"/>
              <a:t>Allowed attackers to read contents of memory anywhere they wanted</a:t>
            </a:r>
          </a:p>
          <a:p>
            <a:pPr>
              <a:lnSpc>
                <a:spcPct val="120000"/>
              </a:lnSpc>
            </a:pPr>
            <a:r>
              <a:rPr lang="en-US" sz="2400" dirty="0"/>
              <a:t>Est. 17% of Internet affected</a:t>
            </a:r>
          </a:p>
          <a:p>
            <a:pPr lvl="1">
              <a:lnSpc>
                <a:spcPct val="120000"/>
              </a:lnSpc>
            </a:pPr>
            <a:r>
              <a:rPr lang="en-US" sz="2000" dirty="0"/>
              <a:t>“Catastrophic”</a:t>
            </a:r>
          </a:p>
          <a:p>
            <a:pPr lvl="1">
              <a:lnSpc>
                <a:spcPct val="120000"/>
              </a:lnSpc>
            </a:pPr>
            <a:r>
              <a:rPr lang="en-US" sz="2000" dirty="0" err="1"/>
              <a:t>Github</a:t>
            </a:r>
            <a:r>
              <a:rPr lang="en-US" sz="2000" dirty="0"/>
              <a:t>, Yahoo, Stack Overflow, Amazon AWS, ...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143128-693A-0A44-B481-8CC5F10FCF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29600" y="6248400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31E6C9A-129B-7F48-9D65-CF071176AE39}" type="slidenum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504187" y="5754583"/>
            <a:ext cx="387319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1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By </a:t>
            </a:r>
            <a:r>
              <a:rPr lang="en-US" sz="1100" dirty="0" err="1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FenixFeather</a:t>
            </a:r>
            <a:r>
              <a:rPr lang="en-US" sz="11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 - Own work, CC BY-SA 3.0, https://</a:t>
            </a:r>
            <a:r>
              <a:rPr lang="en-US" sz="1100" dirty="0" err="1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commons.wikimedia.org</a:t>
            </a:r>
            <a:r>
              <a:rPr lang="en-US" sz="11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/w/</a:t>
            </a:r>
            <a:r>
              <a:rPr lang="en-US" sz="1100" dirty="0" err="1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index.php?curid</a:t>
            </a:r>
            <a:r>
              <a:rPr lang="en-US" sz="11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=32276981</a:t>
            </a:r>
          </a:p>
        </p:txBody>
      </p:sp>
    </p:spTree>
    <p:extLst>
      <p:ext uri="{BB962C8B-B14F-4D97-AF65-F5344CB8AC3E}">
        <p14:creationId xmlns:p14="http://schemas.microsoft.com/office/powerpoint/2010/main" val="3691465085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Crafting Smashing String</a:t>
            </a:r>
          </a:p>
        </p:txBody>
      </p:sp>
      <p:sp>
        <p:nvSpPr>
          <p:cNvPr id="360479" name="Rectangle 31"/>
          <p:cNvSpPr>
            <a:spLocks noChangeArrowheads="1"/>
          </p:cNvSpPr>
          <p:nvPr/>
        </p:nvSpPr>
        <p:spPr bwMode="auto">
          <a:xfrm>
            <a:off x="2057400" y="1600201"/>
            <a:ext cx="1797050" cy="3592513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r>
              <a:rPr lang="en-US" sz="1600" dirty="0">
                <a:latin typeface="Comic Sans MS" panose="030F0902030302020204" pitchFamily="66" charset="0"/>
              </a:rPr>
              <a:t>Stack Frame</a:t>
            </a:r>
          </a:p>
          <a:p>
            <a:pPr algn="ctr">
              <a:defRPr/>
            </a:pPr>
            <a:r>
              <a:rPr lang="en-US" sz="1600" dirty="0">
                <a:latin typeface="Comic Sans MS" panose="030F0902030302020204" pitchFamily="66" charset="0"/>
              </a:rPr>
              <a:t>for </a:t>
            </a:r>
            <a:r>
              <a:rPr lang="en-US" sz="1600" dirty="0" err="1">
                <a:latin typeface="Courier New" pitchFamily="49" charset="0"/>
              </a:rPr>
              <a:t>call_echo</a:t>
            </a:r>
            <a:endParaRPr lang="en-US" sz="1600" dirty="0">
              <a:latin typeface="Courier New" pitchFamily="49" charset="0"/>
            </a:endParaRPr>
          </a:p>
        </p:txBody>
      </p:sp>
      <p:sp>
        <p:nvSpPr>
          <p:cNvPr id="73" name="Rectangle 3"/>
          <p:cNvSpPr>
            <a:spLocks noChangeArrowheads="1"/>
          </p:cNvSpPr>
          <p:nvPr/>
        </p:nvSpPr>
        <p:spPr bwMode="auto">
          <a:xfrm>
            <a:off x="1676400" y="5894790"/>
            <a:ext cx="8915400" cy="58221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2700">
            <a:solidFill>
              <a:schemeClr val="bg2">
                <a:lumMod val="40000"/>
                <a:lumOff val="60000"/>
              </a:schemeClr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>
              <a:tabLst>
                <a:tab pos="457200" algn="l"/>
                <a:tab pos="1485900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30 31 32 33 34 35 36 37 38 39 30 31 32 33 34 35 36 37 38 39 30 31 32 33 </a:t>
            </a:r>
            <a:r>
              <a:rPr lang="en-US" sz="1600" b="1" dirty="0">
                <a:solidFill>
                  <a:schemeClr val="accent6"/>
                </a:solidFill>
                <a:latin typeface="Courier New" pitchFamily="49" charset="0"/>
                <a:ea typeface="MS Mincho" pitchFamily="49" charset="-128"/>
              </a:rPr>
              <a:t>c8 06 40 00 00 00 00 00</a:t>
            </a:r>
          </a:p>
        </p:txBody>
      </p:sp>
      <p:sp>
        <p:nvSpPr>
          <p:cNvPr id="86" name="Line 29"/>
          <p:cNvSpPr>
            <a:spLocks noChangeShapeType="1"/>
          </p:cNvSpPr>
          <p:nvPr/>
        </p:nvSpPr>
        <p:spPr bwMode="auto">
          <a:xfrm flipH="1">
            <a:off x="3886200" y="3271621"/>
            <a:ext cx="450850" cy="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7" name="Rectangle 30"/>
          <p:cNvSpPr>
            <a:spLocks noChangeArrowheads="1"/>
          </p:cNvSpPr>
          <p:nvPr/>
        </p:nvSpPr>
        <p:spPr bwMode="auto">
          <a:xfrm>
            <a:off x="4286250" y="3098583"/>
            <a:ext cx="8191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  <a:latin typeface="Courier New" pitchFamily="49" charset="0"/>
              </a:rPr>
              <a:t>%</a:t>
            </a:r>
            <a:r>
              <a:rPr lang="en-US" sz="1800" dirty="0" err="1">
                <a:solidFill>
                  <a:srgbClr val="C00000"/>
                </a:solidFill>
                <a:latin typeface="Courier New" pitchFamily="49" charset="0"/>
              </a:rPr>
              <a:t>rsp</a:t>
            </a:r>
            <a:endParaRPr lang="en-US" sz="1800" dirty="0">
              <a:solidFill>
                <a:srgbClr val="C00000"/>
              </a:solidFill>
              <a:latin typeface="Courier New" pitchFamily="49" charset="0"/>
            </a:endParaRPr>
          </a:p>
        </p:txBody>
      </p:sp>
      <p:sp>
        <p:nvSpPr>
          <p:cNvPr id="89" name="Rectangle 5"/>
          <p:cNvSpPr>
            <a:spLocks noChangeArrowheads="1"/>
          </p:cNvSpPr>
          <p:nvPr/>
        </p:nvSpPr>
        <p:spPr bwMode="auto">
          <a:xfrm>
            <a:off x="5562600" y="4995034"/>
            <a:ext cx="3962400" cy="643766"/>
          </a:xfrm>
          <a:prstGeom prst="rect">
            <a:avLst/>
          </a:prstGeom>
          <a:solidFill>
            <a:srgbClr val="F1C7C7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spAutoFit/>
          </a:bodyPr>
          <a:lstStyle/>
          <a:p>
            <a:pPr>
              <a:tabLst>
                <a:tab pos="457200" algn="l"/>
                <a:tab pos="1485900" algn="l"/>
              </a:tabLst>
            </a:pPr>
            <a:r>
              <a:rPr lang="ro-RO" sz="1800" dirty="0">
                <a:solidFill>
                  <a:srgbClr val="7030A0"/>
                </a:solidFill>
                <a:latin typeface="Courier New" pitchFamily="49" charset="0"/>
                <a:ea typeface="MS Mincho" pitchFamily="49" charset="-128"/>
              </a:rPr>
              <a:t>00000000004006c8 &lt;smash&gt;: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ro-RO" sz="1800" dirty="0">
                <a:solidFill>
                  <a:srgbClr val="7030A0"/>
                </a:solidFill>
                <a:latin typeface="Courier New" pitchFamily="49" charset="0"/>
                <a:ea typeface="MS Mincho" pitchFamily="49" charset="-128"/>
              </a:rPr>
              <a:t>  </a:t>
            </a:r>
            <a:r>
              <a:rPr lang="ro-RO" sz="1800" b="1" dirty="0">
                <a:solidFill>
                  <a:schemeClr val="accent6"/>
                </a:solidFill>
                <a:latin typeface="Courier New" pitchFamily="49" charset="0"/>
                <a:ea typeface="MS Mincho" pitchFamily="49" charset="-128"/>
              </a:rPr>
              <a:t>4006c8</a:t>
            </a:r>
            <a:r>
              <a:rPr lang="ro-RO" sz="1800" dirty="0">
                <a:solidFill>
                  <a:srgbClr val="7030A0"/>
                </a:solidFill>
                <a:latin typeface="Courier New" pitchFamily="49" charset="0"/>
                <a:ea typeface="MS Mincho" pitchFamily="49" charset="-128"/>
              </a:rPr>
              <a:t>:       48 83 ec 08</a:t>
            </a:r>
          </a:p>
        </p:txBody>
      </p:sp>
      <p:sp>
        <p:nvSpPr>
          <p:cNvPr id="91" name="Rectangle 4"/>
          <p:cNvSpPr>
            <a:spLocks noChangeArrowheads="1"/>
          </p:cNvSpPr>
          <p:nvPr/>
        </p:nvSpPr>
        <p:spPr bwMode="auto">
          <a:xfrm>
            <a:off x="5193001" y="1478777"/>
            <a:ext cx="2438400" cy="1749425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/>
          <a:p>
            <a:pPr>
              <a:tabLst>
                <a:tab pos="457200" algn="l"/>
                <a:tab pos="1485900" algn="l"/>
              </a:tabLst>
            </a:pPr>
            <a:r>
              <a:rPr lang="en-US" sz="1800" dirty="0" err="1">
                <a:latin typeface="Courier New" pitchFamily="49" charset="0"/>
              </a:rPr>
              <a:t>int</a:t>
            </a:r>
            <a:r>
              <a:rPr lang="en-US" sz="1800" dirty="0">
                <a:latin typeface="Courier New" pitchFamily="49" charset="0"/>
              </a:rPr>
              <a:t> echo() {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char </a:t>
            </a:r>
            <a:r>
              <a:rPr lang="en-US" sz="1800" dirty="0" err="1">
                <a:latin typeface="Courier New" pitchFamily="49" charset="0"/>
              </a:rPr>
              <a:t>buf</a:t>
            </a:r>
            <a:r>
              <a:rPr lang="en-US" sz="1800" dirty="0">
                <a:latin typeface="Courier New" pitchFamily="49" charset="0"/>
              </a:rPr>
              <a:t>[4]; 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</a:t>
            </a:r>
            <a:r>
              <a:rPr lang="en-US" sz="1800" dirty="0">
                <a:solidFill>
                  <a:srgbClr val="0070C0"/>
                </a:solidFill>
                <a:latin typeface="Courier New" pitchFamily="49" charset="0"/>
              </a:rPr>
              <a:t>gets(</a:t>
            </a:r>
            <a:r>
              <a:rPr lang="en-US" sz="1800" dirty="0" err="1">
                <a:solidFill>
                  <a:srgbClr val="0070C0"/>
                </a:solidFill>
                <a:latin typeface="Courier New" pitchFamily="49" charset="0"/>
              </a:rPr>
              <a:t>buf</a:t>
            </a:r>
            <a:r>
              <a:rPr lang="en-US" sz="1800" dirty="0">
                <a:solidFill>
                  <a:srgbClr val="0070C0"/>
                </a:solidFill>
                <a:latin typeface="Courier New" pitchFamily="49" charset="0"/>
              </a:rPr>
              <a:t>); 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...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</a:t>
            </a:r>
            <a:r>
              <a:rPr lang="en-US" sz="1800" dirty="0">
                <a:solidFill>
                  <a:srgbClr val="C00000"/>
                </a:solidFill>
                <a:latin typeface="Courier New" pitchFamily="49" charset="0"/>
              </a:rPr>
              <a:t>return ...;</a:t>
            </a:r>
            <a:r>
              <a:rPr lang="en-US" sz="1800" dirty="0">
                <a:latin typeface="Courier New" pitchFamily="49" charset="0"/>
              </a:rPr>
              <a:t> 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}</a:t>
            </a:r>
          </a:p>
        </p:txBody>
      </p:sp>
      <p:sp>
        <p:nvSpPr>
          <p:cNvPr id="92" name="TextBox 91"/>
          <p:cNvSpPr txBox="1">
            <a:spLocks noChangeArrowheads="1"/>
          </p:cNvSpPr>
          <p:nvPr/>
        </p:nvSpPr>
        <p:spPr bwMode="auto">
          <a:xfrm>
            <a:off x="1771947" y="5408600"/>
            <a:ext cx="236795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800" i="1" dirty="0">
                <a:solidFill>
                  <a:srgbClr val="C00000"/>
                </a:solidFill>
                <a:latin typeface="Comic Sans MS" panose="030F0902030302020204" pitchFamily="66" charset="0"/>
              </a:rPr>
              <a:t>Attack String (Hex)</a:t>
            </a:r>
          </a:p>
        </p:txBody>
      </p:sp>
      <p:sp>
        <p:nvSpPr>
          <p:cNvPr id="360470" name="Rectangle 22"/>
          <p:cNvSpPr>
            <a:spLocks noChangeArrowheads="1"/>
          </p:cNvSpPr>
          <p:nvPr/>
        </p:nvSpPr>
        <p:spPr bwMode="auto">
          <a:xfrm>
            <a:off x="2057400" y="2743201"/>
            <a:ext cx="1797050" cy="60829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dirty="0">
                <a:latin typeface="Calibri" pitchFamily="34" charset="0"/>
              </a:rPr>
              <a:t>Return Address</a:t>
            </a:r>
          </a:p>
          <a:p>
            <a:pPr algn="ctr">
              <a:defRPr/>
            </a:pPr>
            <a:r>
              <a:rPr lang="en-US" sz="1800" dirty="0">
                <a:latin typeface="Calibri" pitchFamily="34" charset="0"/>
              </a:rPr>
              <a:t>(8 bytes)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2057400" y="4887914"/>
            <a:ext cx="1797050" cy="304800"/>
            <a:chOff x="533400" y="4648200"/>
            <a:chExt cx="1797050" cy="304800"/>
          </a:xfrm>
          <a:solidFill>
            <a:srgbClr val="BFBFBF"/>
          </a:solidFill>
        </p:grpSpPr>
        <p:sp>
          <p:nvSpPr>
            <p:cNvPr id="360472" name="Rectangle 24"/>
            <p:cNvSpPr>
              <a:spLocks noChangeArrowheads="1"/>
            </p:cNvSpPr>
            <p:nvPr/>
          </p:nvSpPr>
          <p:spPr bwMode="auto">
            <a:xfrm>
              <a:off x="533400" y="4648200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chemeClr val="bg1">
                      <a:lumMod val="75000"/>
                    </a:schemeClr>
                  </a:solidFill>
                  <a:latin typeface="Courier New" pitchFamily="49" charset="0"/>
                </a:rPr>
                <a:t>33</a:t>
              </a:r>
            </a:p>
          </p:txBody>
        </p:sp>
        <p:sp>
          <p:nvSpPr>
            <p:cNvPr id="360473" name="Rectangle 25"/>
            <p:cNvSpPr>
              <a:spLocks noChangeArrowheads="1"/>
            </p:cNvSpPr>
            <p:nvPr/>
          </p:nvSpPr>
          <p:spPr bwMode="auto">
            <a:xfrm>
              <a:off x="982663" y="4648200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chemeClr val="bg1">
                      <a:lumMod val="75000"/>
                    </a:schemeClr>
                  </a:solidFill>
                  <a:latin typeface="Courier New" pitchFamily="49" charset="0"/>
                </a:rPr>
                <a:t>32</a:t>
              </a:r>
            </a:p>
          </p:txBody>
        </p:sp>
        <p:sp>
          <p:nvSpPr>
            <p:cNvPr id="360474" name="Rectangle 26"/>
            <p:cNvSpPr>
              <a:spLocks noChangeArrowheads="1"/>
            </p:cNvSpPr>
            <p:nvPr/>
          </p:nvSpPr>
          <p:spPr bwMode="auto">
            <a:xfrm>
              <a:off x="1431925" y="4648200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chemeClr val="bg1">
                      <a:lumMod val="75000"/>
                    </a:schemeClr>
                  </a:solidFill>
                  <a:latin typeface="Courier New" pitchFamily="49" charset="0"/>
                </a:rPr>
                <a:t>31</a:t>
              </a:r>
            </a:p>
          </p:txBody>
        </p:sp>
        <p:sp>
          <p:nvSpPr>
            <p:cNvPr id="360475" name="Rectangle 27"/>
            <p:cNvSpPr>
              <a:spLocks noChangeArrowheads="1"/>
            </p:cNvSpPr>
            <p:nvPr/>
          </p:nvSpPr>
          <p:spPr bwMode="auto">
            <a:xfrm>
              <a:off x="1881188" y="4648200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chemeClr val="bg1">
                      <a:lumMod val="75000"/>
                    </a:schemeClr>
                  </a:solidFill>
                  <a:latin typeface="Courier New" pitchFamily="49" charset="0"/>
                </a:rPr>
                <a:t>30</a:t>
              </a:r>
            </a:p>
          </p:txBody>
        </p:sp>
      </p:grpSp>
      <p:sp>
        <p:nvSpPr>
          <p:cNvPr id="18" name="Rectangle 23"/>
          <p:cNvSpPr>
            <a:spLocks noChangeArrowheads="1"/>
          </p:cNvSpPr>
          <p:nvPr/>
        </p:nvSpPr>
        <p:spPr bwMode="auto">
          <a:xfrm>
            <a:off x="2057400" y="3352802"/>
            <a:ext cx="1797050" cy="1531207"/>
          </a:xfrm>
          <a:prstGeom prst="rect">
            <a:avLst/>
          </a:prstGeom>
          <a:solidFill>
            <a:srgbClr val="BFBFBF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</a:rPr>
              <a:t>20 bytes unused</a:t>
            </a:r>
            <a:endParaRPr lang="en-US" sz="1800" dirty="0">
              <a:solidFill>
                <a:schemeClr val="bg1">
                  <a:lumMod val="75000"/>
                </a:schemeClr>
              </a:solidFill>
              <a:latin typeface="Courier New" pitchFamily="49" charset="0"/>
            </a:endParaRPr>
          </a:p>
        </p:txBody>
      </p:sp>
      <p:grpSp>
        <p:nvGrpSpPr>
          <p:cNvPr id="32" name="Group 31"/>
          <p:cNvGrpSpPr/>
          <p:nvPr/>
        </p:nvGrpSpPr>
        <p:grpSpPr>
          <a:xfrm>
            <a:off x="2056564" y="2749430"/>
            <a:ext cx="1797050" cy="304800"/>
            <a:chOff x="2377022" y="2811289"/>
            <a:chExt cx="1797050" cy="304800"/>
          </a:xfrm>
          <a:solidFill>
            <a:srgbClr val="CDF1C5"/>
          </a:solidFill>
        </p:grpSpPr>
        <p:sp>
          <p:nvSpPr>
            <p:cNvPr id="33" name="Rectangle 24"/>
            <p:cNvSpPr>
              <a:spLocks noChangeArrowheads="1"/>
            </p:cNvSpPr>
            <p:nvPr/>
          </p:nvSpPr>
          <p:spPr bwMode="auto">
            <a:xfrm>
              <a:off x="2377022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C00000"/>
                  </a:solidFill>
                  <a:latin typeface="Courier New" pitchFamily="49" charset="0"/>
                </a:rPr>
                <a:t>00</a:t>
              </a:r>
            </a:p>
          </p:txBody>
        </p:sp>
        <p:sp>
          <p:nvSpPr>
            <p:cNvPr id="34" name="Rectangle 25"/>
            <p:cNvSpPr>
              <a:spLocks noChangeArrowheads="1"/>
            </p:cNvSpPr>
            <p:nvPr/>
          </p:nvSpPr>
          <p:spPr bwMode="auto">
            <a:xfrm>
              <a:off x="2826285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C00000"/>
                  </a:solidFill>
                  <a:latin typeface="Courier New" pitchFamily="49" charset="0"/>
                </a:rPr>
                <a:t>00</a:t>
              </a:r>
            </a:p>
          </p:txBody>
        </p:sp>
        <p:sp>
          <p:nvSpPr>
            <p:cNvPr id="35" name="Rectangle 26"/>
            <p:cNvSpPr>
              <a:spLocks noChangeArrowheads="1"/>
            </p:cNvSpPr>
            <p:nvPr/>
          </p:nvSpPr>
          <p:spPr bwMode="auto">
            <a:xfrm>
              <a:off x="3275547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C00000"/>
                  </a:solidFill>
                  <a:latin typeface="Courier New" pitchFamily="49" charset="0"/>
                </a:rPr>
                <a:t>07</a:t>
              </a:r>
            </a:p>
          </p:txBody>
        </p:sp>
        <p:sp>
          <p:nvSpPr>
            <p:cNvPr id="36" name="Rectangle 27"/>
            <p:cNvSpPr>
              <a:spLocks noChangeArrowheads="1"/>
            </p:cNvSpPr>
            <p:nvPr/>
          </p:nvSpPr>
          <p:spPr bwMode="auto">
            <a:xfrm>
              <a:off x="3724810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C00000"/>
                  </a:solidFill>
                  <a:latin typeface="Courier New" pitchFamily="49" charset="0"/>
                </a:rPr>
                <a:t>FF</a:t>
              </a: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2057400" y="4576692"/>
            <a:ext cx="1797050" cy="304800"/>
            <a:chOff x="533400" y="4648200"/>
            <a:chExt cx="1797050" cy="304800"/>
          </a:xfrm>
          <a:solidFill>
            <a:srgbClr val="BFBFBF"/>
          </a:solidFill>
        </p:grpSpPr>
        <p:sp>
          <p:nvSpPr>
            <p:cNvPr id="44" name="Rectangle 24"/>
            <p:cNvSpPr>
              <a:spLocks noChangeArrowheads="1"/>
            </p:cNvSpPr>
            <p:nvPr/>
          </p:nvSpPr>
          <p:spPr bwMode="auto">
            <a:xfrm>
              <a:off x="533400" y="4648200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chemeClr val="bg1">
                      <a:lumMod val="75000"/>
                    </a:schemeClr>
                  </a:solidFill>
                  <a:latin typeface="Courier New" pitchFamily="49" charset="0"/>
                </a:rPr>
                <a:t>37</a:t>
              </a:r>
            </a:p>
          </p:txBody>
        </p:sp>
        <p:sp>
          <p:nvSpPr>
            <p:cNvPr id="45" name="Rectangle 25"/>
            <p:cNvSpPr>
              <a:spLocks noChangeArrowheads="1"/>
            </p:cNvSpPr>
            <p:nvPr/>
          </p:nvSpPr>
          <p:spPr bwMode="auto">
            <a:xfrm>
              <a:off x="982663" y="4648200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chemeClr val="bg1">
                      <a:lumMod val="75000"/>
                    </a:schemeClr>
                  </a:solidFill>
                  <a:latin typeface="Courier New" pitchFamily="49" charset="0"/>
                </a:rPr>
                <a:t>36</a:t>
              </a:r>
            </a:p>
          </p:txBody>
        </p:sp>
        <p:sp>
          <p:nvSpPr>
            <p:cNvPr id="46" name="Rectangle 26"/>
            <p:cNvSpPr>
              <a:spLocks noChangeArrowheads="1"/>
            </p:cNvSpPr>
            <p:nvPr/>
          </p:nvSpPr>
          <p:spPr bwMode="auto">
            <a:xfrm>
              <a:off x="1431925" y="4648200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chemeClr val="bg1">
                      <a:lumMod val="75000"/>
                    </a:schemeClr>
                  </a:solidFill>
                  <a:latin typeface="Courier New" pitchFamily="49" charset="0"/>
                </a:rPr>
                <a:t>35</a:t>
              </a:r>
            </a:p>
          </p:txBody>
        </p:sp>
        <p:sp>
          <p:nvSpPr>
            <p:cNvPr id="47" name="Rectangle 27"/>
            <p:cNvSpPr>
              <a:spLocks noChangeArrowheads="1"/>
            </p:cNvSpPr>
            <p:nvPr/>
          </p:nvSpPr>
          <p:spPr bwMode="auto">
            <a:xfrm>
              <a:off x="1881188" y="4648200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chemeClr val="bg1">
                      <a:lumMod val="75000"/>
                    </a:schemeClr>
                  </a:solidFill>
                  <a:latin typeface="Courier New" pitchFamily="49" charset="0"/>
                </a:rPr>
                <a:t>34</a:t>
              </a: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2057400" y="4265470"/>
            <a:ext cx="1797050" cy="304800"/>
            <a:chOff x="533400" y="4648200"/>
            <a:chExt cx="1797050" cy="304800"/>
          </a:xfrm>
          <a:solidFill>
            <a:srgbClr val="BFBFBF"/>
          </a:solidFill>
        </p:grpSpPr>
        <p:sp>
          <p:nvSpPr>
            <p:cNvPr id="49" name="Rectangle 24"/>
            <p:cNvSpPr>
              <a:spLocks noChangeArrowheads="1"/>
            </p:cNvSpPr>
            <p:nvPr/>
          </p:nvSpPr>
          <p:spPr bwMode="auto">
            <a:xfrm>
              <a:off x="533400" y="4648200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chemeClr val="bg1">
                      <a:lumMod val="75000"/>
                    </a:schemeClr>
                  </a:solidFill>
                  <a:latin typeface="Courier New" pitchFamily="49" charset="0"/>
                </a:rPr>
                <a:t>31</a:t>
              </a:r>
            </a:p>
          </p:txBody>
        </p:sp>
        <p:sp>
          <p:nvSpPr>
            <p:cNvPr id="50" name="Rectangle 25"/>
            <p:cNvSpPr>
              <a:spLocks noChangeArrowheads="1"/>
            </p:cNvSpPr>
            <p:nvPr/>
          </p:nvSpPr>
          <p:spPr bwMode="auto">
            <a:xfrm>
              <a:off x="982663" y="4648200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chemeClr val="bg1">
                      <a:lumMod val="75000"/>
                    </a:schemeClr>
                  </a:solidFill>
                  <a:latin typeface="Courier New" pitchFamily="49" charset="0"/>
                </a:rPr>
                <a:t>30</a:t>
              </a:r>
            </a:p>
          </p:txBody>
        </p:sp>
        <p:sp>
          <p:nvSpPr>
            <p:cNvPr id="51" name="Rectangle 26"/>
            <p:cNvSpPr>
              <a:spLocks noChangeArrowheads="1"/>
            </p:cNvSpPr>
            <p:nvPr/>
          </p:nvSpPr>
          <p:spPr bwMode="auto">
            <a:xfrm>
              <a:off x="1431925" y="4648200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chemeClr val="bg1">
                      <a:lumMod val="75000"/>
                    </a:schemeClr>
                  </a:solidFill>
                  <a:latin typeface="Courier New" pitchFamily="49" charset="0"/>
                </a:rPr>
                <a:t>39</a:t>
              </a:r>
            </a:p>
          </p:txBody>
        </p:sp>
        <p:sp>
          <p:nvSpPr>
            <p:cNvPr id="52" name="Rectangle 27"/>
            <p:cNvSpPr>
              <a:spLocks noChangeArrowheads="1"/>
            </p:cNvSpPr>
            <p:nvPr/>
          </p:nvSpPr>
          <p:spPr bwMode="auto">
            <a:xfrm>
              <a:off x="1881188" y="4648200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chemeClr val="bg1">
                      <a:lumMod val="75000"/>
                    </a:schemeClr>
                  </a:solidFill>
                  <a:latin typeface="Courier New" pitchFamily="49" charset="0"/>
                </a:rPr>
                <a:t>38</a:t>
              </a: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2057400" y="3954248"/>
            <a:ext cx="1797050" cy="304800"/>
            <a:chOff x="533400" y="4648200"/>
            <a:chExt cx="1797050" cy="304800"/>
          </a:xfrm>
          <a:solidFill>
            <a:srgbClr val="BFBFBF"/>
          </a:solidFill>
        </p:grpSpPr>
        <p:sp>
          <p:nvSpPr>
            <p:cNvPr id="54" name="Rectangle 24"/>
            <p:cNvSpPr>
              <a:spLocks noChangeArrowheads="1"/>
            </p:cNvSpPr>
            <p:nvPr/>
          </p:nvSpPr>
          <p:spPr bwMode="auto">
            <a:xfrm>
              <a:off x="533400" y="4648200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chemeClr val="bg1">
                      <a:lumMod val="75000"/>
                    </a:schemeClr>
                  </a:solidFill>
                  <a:latin typeface="Courier New" pitchFamily="49" charset="0"/>
                </a:rPr>
                <a:t>35</a:t>
              </a:r>
            </a:p>
          </p:txBody>
        </p:sp>
        <p:sp>
          <p:nvSpPr>
            <p:cNvPr id="55" name="Rectangle 25"/>
            <p:cNvSpPr>
              <a:spLocks noChangeArrowheads="1"/>
            </p:cNvSpPr>
            <p:nvPr/>
          </p:nvSpPr>
          <p:spPr bwMode="auto">
            <a:xfrm>
              <a:off x="982663" y="4648200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chemeClr val="bg1">
                      <a:lumMod val="75000"/>
                    </a:schemeClr>
                  </a:solidFill>
                  <a:latin typeface="Courier New" pitchFamily="49" charset="0"/>
                </a:rPr>
                <a:t>34</a:t>
              </a:r>
            </a:p>
          </p:txBody>
        </p:sp>
        <p:sp>
          <p:nvSpPr>
            <p:cNvPr id="56" name="Rectangle 26"/>
            <p:cNvSpPr>
              <a:spLocks noChangeArrowheads="1"/>
            </p:cNvSpPr>
            <p:nvPr/>
          </p:nvSpPr>
          <p:spPr bwMode="auto">
            <a:xfrm>
              <a:off x="1431925" y="4648200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chemeClr val="bg1">
                      <a:lumMod val="75000"/>
                    </a:schemeClr>
                  </a:solidFill>
                  <a:latin typeface="Courier New" pitchFamily="49" charset="0"/>
                </a:rPr>
                <a:t>33</a:t>
              </a:r>
            </a:p>
          </p:txBody>
        </p:sp>
        <p:sp>
          <p:nvSpPr>
            <p:cNvPr id="57" name="Rectangle 27"/>
            <p:cNvSpPr>
              <a:spLocks noChangeArrowheads="1"/>
            </p:cNvSpPr>
            <p:nvPr/>
          </p:nvSpPr>
          <p:spPr bwMode="auto">
            <a:xfrm>
              <a:off x="1881188" y="4648200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chemeClr val="bg1">
                      <a:lumMod val="75000"/>
                    </a:schemeClr>
                  </a:solidFill>
                  <a:latin typeface="Courier New" pitchFamily="49" charset="0"/>
                </a:rPr>
                <a:t>32</a:t>
              </a: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2057400" y="3643026"/>
            <a:ext cx="1797050" cy="304800"/>
            <a:chOff x="533400" y="4648200"/>
            <a:chExt cx="1797050" cy="304800"/>
          </a:xfrm>
          <a:solidFill>
            <a:srgbClr val="BFBFBF"/>
          </a:solidFill>
        </p:grpSpPr>
        <p:sp>
          <p:nvSpPr>
            <p:cNvPr id="59" name="Rectangle 24"/>
            <p:cNvSpPr>
              <a:spLocks noChangeArrowheads="1"/>
            </p:cNvSpPr>
            <p:nvPr/>
          </p:nvSpPr>
          <p:spPr bwMode="auto">
            <a:xfrm>
              <a:off x="533400" y="4648200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chemeClr val="bg1">
                      <a:lumMod val="75000"/>
                    </a:schemeClr>
                  </a:solidFill>
                  <a:latin typeface="Courier New" pitchFamily="49" charset="0"/>
                </a:rPr>
                <a:t>39</a:t>
              </a:r>
            </a:p>
          </p:txBody>
        </p:sp>
        <p:sp>
          <p:nvSpPr>
            <p:cNvPr id="60" name="Rectangle 25"/>
            <p:cNvSpPr>
              <a:spLocks noChangeArrowheads="1"/>
            </p:cNvSpPr>
            <p:nvPr/>
          </p:nvSpPr>
          <p:spPr bwMode="auto">
            <a:xfrm>
              <a:off x="982663" y="4648200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chemeClr val="bg1">
                      <a:lumMod val="75000"/>
                    </a:schemeClr>
                  </a:solidFill>
                  <a:latin typeface="Courier New" pitchFamily="49" charset="0"/>
                </a:rPr>
                <a:t>38</a:t>
              </a:r>
            </a:p>
          </p:txBody>
        </p:sp>
        <p:sp>
          <p:nvSpPr>
            <p:cNvPr id="61" name="Rectangle 26"/>
            <p:cNvSpPr>
              <a:spLocks noChangeArrowheads="1"/>
            </p:cNvSpPr>
            <p:nvPr/>
          </p:nvSpPr>
          <p:spPr bwMode="auto">
            <a:xfrm>
              <a:off x="1431925" y="4648200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chemeClr val="bg1">
                      <a:lumMod val="75000"/>
                    </a:schemeClr>
                  </a:solidFill>
                  <a:latin typeface="Courier New" pitchFamily="49" charset="0"/>
                </a:rPr>
                <a:t>37</a:t>
              </a:r>
            </a:p>
          </p:txBody>
        </p:sp>
        <p:sp>
          <p:nvSpPr>
            <p:cNvPr id="62" name="Rectangle 27"/>
            <p:cNvSpPr>
              <a:spLocks noChangeArrowheads="1"/>
            </p:cNvSpPr>
            <p:nvPr/>
          </p:nvSpPr>
          <p:spPr bwMode="auto">
            <a:xfrm>
              <a:off x="1881188" y="4648200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chemeClr val="bg1">
                      <a:lumMod val="75000"/>
                    </a:schemeClr>
                  </a:solidFill>
                  <a:latin typeface="Courier New" pitchFamily="49" charset="0"/>
                </a:rPr>
                <a:t>36</a:t>
              </a:r>
            </a:p>
          </p:txBody>
        </p:sp>
      </p:grpSp>
      <p:grpSp>
        <p:nvGrpSpPr>
          <p:cNvPr id="63" name="Group 62"/>
          <p:cNvGrpSpPr/>
          <p:nvPr/>
        </p:nvGrpSpPr>
        <p:grpSpPr>
          <a:xfrm>
            <a:off x="2057400" y="3331804"/>
            <a:ext cx="1797050" cy="304800"/>
            <a:chOff x="533400" y="4648200"/>
            <a:chExt cx="1797050" cy="304800"/>
          </a:xfrm>
          <a:solidFill>
            <a:srgbClr val="BFBFBF"/>
          </a:solidFill>
        </p:grpSpPr>
        <p:sp>
          <p:nvSpPr>
            <p:cNvPr id="64" name="Rectangle 24"/>
            <p:cNvSpPr>
              <a:spLocks noChangeArrowheads="1"/>
            </p:cNvSpPr>
            <p:nvPr/>
          </p:nvSpPr>
          <p:spPr bwMode="auto">
            <a:xfrm>
              <a:off x="533400" y="4648200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chemeClr val="bg1">
                      <a:lumMod val="75000"/>
                    </a:schemeClr>
                  </a:solidFill>
                  <a:latin typeface="Courier New" pitchFamily="49" charset="0"/>
                </a:rPr>
                <a:t>33</a:t>
              </a:r>
            </a:p>
          </p:txBody>
        </p:sp>
        <p:sp>
          <p:nvSpPr>
            <p:cNvPr id="65" name="Rectangle 25"/>
            <p:cNvSpPr>
              <a:spLocks noChangeArrowheads="1"/>
            </p:cNvSpPr>
            <p:nvPr/>
          </p:nvSpPr>
          <p:spPr bwMode="auto">
            <a:xfrm>
              <a:off x="982663" y="4648200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chemeClr val="bg1">
                      <a:lumMod val="75000"/>
                    </a:schemeClr>
                  </a:solidFill>
                  <a:latin typeface="Courier New" pitchFamily="49" charset="0"/>
                </a:rPr>
                <a:t>32</a:t>
              </a:r>
            </a:p>
          </p:txBody>
        </p:sp>
        <p:sp>
          <p:nvSpPr>
            <p:cNvPr id="66" name="Rectangle 26"/>
            <p:cNvSpPr>
              <a:spLocks noChangeArrowheads="1"/>
            </p:cNvSpPr>
            <p:nvPr/>
          </p:nvSpPr>
          <p:spPr bwMode="auto">
            <a:xfrm>
              <a:off x="1431925" y="4648200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chemeClr val="bg1">
                      <a:lumMod val="75000"/>
                    </a:schemeClr>
                  </a:solidFill>
                  <a:latin typeface="Courier New" pitchFamily="49" charset="0"/>
                </a:rPr>
                <a:t>31</a:t>
              </a:r>
            </a:p>
          </p:txBody>
        </p:sp>
        <p:sp>
          <p:nvSpPr>
            <p:cNvPr id="67" name="Rectangle 27"/>
            <p:cNvSpPr>
              <a:spLocks noChangeArrowheads="1"/>
            </p:cNvSpPr>
            <p:nvPr/>
          </p:nvSpPr>
          <p:spPr bwMode="auto">
            <a:xfrm>
              <a:off x="1881188" y="4648200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chemeClr val="bg1">
                      <a:lumMod val="75000"/>
                    </a:schemeClr>
                  </a:solidFill>
                  <a:latin typeface="Courier New" pitchFamily="49" charset="0"/>
                </a:rPr>
                <a:t>30</a:t>
              </a:r>
            </a:p>
          </p:txBody>
        </p:sp>
      </p:grpSp>
      <p:grpSp>
        <p:nvGrpSpPr>
          <p:cNvPr id="68" name="Group 67"/>
          <p:cNvGrpSpPr/>
          <p:nvPr/>
        </p:nvGrpSpPr>
        <p:grpSpPr>
          <a:xfrm>
            <a:off x="2057400" y="3059114"/>
            <a:ext cx="1797050" cy="304800"/>
            <a:chOff x="2377022" y="2811289"/>
            <a:chExt cx="1797050" cy="304800"/>
          </a:xfrm>
          <a:solidFill>
            <a:srgbClr val="D5F1CF"/>
          </a:solidFill>
        </p:grpSpPr>
        <p:sp>
          <p:nvSpPr>
            <p:cNvPr id="69" name="Rectangle 24"/>
            <p:cNvSpPr>
              <a:spLocks noChangeArrowheads="1"/>
            </p:cNvSpPr>
            <p:nvPr/>
          </p:nvSpPr>
          <p:spPr bwMode="auto">
            <a:xfrm>
              <a:off x="2377022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C00000"/>
                  </a:solidFill>
                  <a:latin typeface="Courier New" pitchFamily="49" charset="0"/>
                </a:rPr>
                <a:t>FF</a:t>
              </a:r>
            </a:p>
          </p:txBody>
        </p:sp>
        <p:sp>
          <p:nvSpPr>
            <p:cNvPr id="70" name="Rectangle 25"/>
            <p:cNvSpPr>
              <a:spLocks noChangeArrowheads="1"/>
            </p:cNvSpPr>
            <p:nvPr/>
          </p:nvSpPr>
          <p:spPr bwMode="auto">
            <a:xfrm>
              <a:off x="2826285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C00000"/>
                  </a:solidFill>
                  <a:latin typeface="Courier New" pitchFamily="49" charset="0"/>
                </a:rPr>
                <a:t>FF</a:t>
              </a:r>
            </a:p>
          </p:txBody>
        </p:sp>
        <p:sp>
          <p:nvSpPr>
            <p:cNvPr id="71" name="Rectangle 26"/>
            <p:cNvSpPr>
              <a:spLocks noChangeArrowheads="1"/>
            </p:cNvSpPr>
            <p:nvPr/>
          </p:nvSpPr>
          <p:spPr bwMode="auto">
            <a:xfrm>
              <a:off x="3275547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C00000"/>
                  </a:solidFill>
                  <a:latin typeface="Courier New" pitchFamily="49" charset="0"/>
                </a:rPr>
                <a:t>AB</a:t>
              </a:r>
            </a:p>
          </p:txBody>
        </p:sp>
        <p:sp>
          <p:nvSpPr>
            <p:cNvPr id="72" name="Rectangle 27"/>
            <p:cNvSpPr>
              <a:spLocks noChangeArrowheads="1"/>
            </p:cNvSpPr>
            <p:nvPr/>
          </p:nvSpPr>
          <p:spPr bwMode="auto">
            <a:xfrm>
              <a:off x="3724810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C00000"/>
                  </a:solidFill>
                  <a:latin typeface="Courier New" pitchFamily="49" charset="0"/>
                </a:rPr>
                <a:t>80</a:t>
              </a:r>
            </a:p>
          </p:txBody>
        </p:sp>
      </p:grpSp>
      <p:grpSp>
        <p:nvGrpSpPr>
          <p:cNvPr id="97" name="Group 96"/>
          <p:cNvGrpSpPr/>
          <p:nvPr/>
        </p:nvGrpSpPr>
        <p:grpSpPr>
          <a:xfrm>
            <a:off x="2051006" y="3051003"/>
            <a:ext cx="1797050" cy="304800"/>
            <a:chOff x="2377022" y="2811289"/>
            <a:chExt cx="1797050" cy="304800"/>
          </a:xfrm>
          <a:solidFill>
            <a:srgbClr val="D5F1CF"/>
          </a:solidFill>
        </p:grpSpPr>
        <p:sp>
          <p:nvSpPr>
            <p:cNvPr id="98" name="Rectangle 24"/>
            <p:cNvSpPr>
              <a:spLocks noChangeArrowheads="1"/>
            </p:cNvSpPr>
            <p:nvPr/>
          </p:nvSpPr>
          <p:spPr bwMode="auto">
            <a:xfrm>
              <a:off x="2377022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C00000"/>
                  </a:solidFill>
                  <a:latin typeface="Courier New" pitchFamily="49" charset="0"/>
                </a:rPr>
                <a:t>00</a:t>
              </a:r>
            </a:p>
          </p:txBody>
        </p:sp>
        <p:sp>
          <p:nvSpPr>
            <p:cNvPr id="99" name="Rectangle 25"/>
            <p:cNvSpPr>
              <a:spLocks noChangeArrowheads="1"/>
            </p:cNvSpPr>
            <p:nvPr/>
          </p:nvSpPr>
          <p:spPr bwMode="auto">
            <a:xfrm>
              <a:off x="2826285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C00000"/>
                  </a:solidFill>
                  <a:latin typeface="Courier New" pitchFamily="49" charset="0"/>
                </a:rPr>
                <a:t>40</a:t>
              </a:r>
            </a:p>
          </p:txBody>
        </p:sp>
        <p:sp>
          <p:nvSpPr>
            <p:cNvPr id="100" name="Rectangle 26"/>
            <p:cNvSpPr>
              <a:spLocks noChangeArrowheads="1"/>
            </p:cNvSpPr>
            <p:nvPr/>
          </p:nvSpPr>
          <p:spPr bwMode="auto">
            <a:xfrm>
              <a:off x="3275547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C00000"/>
                  </a:solidFill>
                  <a:latin typeface="Courier New" pitchFamily="49" charset="0"/>
                </a:rPr>
                <a:t>06</a:t>
              </a:r>
            </a:p>
          </p:txBody>
        </p:sp>
        <p:sp>
          <p:nvSpPr>
            <p:cNvPr id="101" name="Rectangle 27"/>
            <p:cNvSpPr>
              <a:spLocks noChangeArrowheads="1"/>
            </p:cNvSpPr>
            <p:nvPr/>
          </p:nvSpPr>
          <p:spPr bwMode="auto">
            <a:xfrm>
              <a:off x="3724810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C00000"/>
                  </a:solidFill>
                  <a:latin typeface="Courier New" pitchFamily="49" charset="0"/>
                </a:rPr>
                <a:t>c3</a:t>
              </a:r>
            </a:p>
          </p:txBody>
        </p:sp>
      </p:grpSp>
      <p:grpSp>
        <p:nvGrpSpPr>
          <p:cNvPr id="102" name="Group 101"/>
          <p:cNvGrpSpPr/>
          <p:nvPr/>
        </p:nvGrpSpPr>
        <p:grpSpPr>
          <a:xfrm>
            <a:off x="2051006" y="2754314"/>
            <a:ext cx="1797050" cy="304800"/>
            <a:chOff x="2377022" y="2811289"/>
            <a:chExt cx="1797050" cy="304800"/>
          </a:xfrm>
          <a:solidFill>
            <a:srgbClr val="D5F1CF"/>
          </a:solidFill>
        </p:grpSpPr>
        <p:sp>
          <p:nvSpPr>
            <p:cNvPr id="103" name="Rectangle 24"/>
            <p:cNvSpPr>
              <a:spLocks noChangeArrowheads="1"/>
            </p:cNvSpPr>
            <p:nvPr/>
          </p:nvSpPr>
          <p:spPr bwMode="auto">
            <a:xfrm>
              <a:off x="2377022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C00000"/>
                  </a:solidFill>
                  <a:latin typeface="Courier New" pitchFamily="49" charset="0"/>
                </a:rPr>
                <a:t>00</a:t>
              </a:r>
            </a:p>
          </p:txBody>
        </p:sp>
        <p:sp>
          <p:nvSpPr>
            <p:cNvPr id="104" name="Rectangle 25"/>
            <p:cNvSpPr>
              <a:spLocks noChangeArrowheads="1"/>
            </p:cNvSpPr>
            <p:nvPr/>
          </p:nvSpPr>
          <p:spPr bwMode="auto">
            <a:xfrm>
              <a:off x="2826285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C00000"/>
                  </a:solidFill>
                  <a:latin typeface="Courier New" pitchFamily="49" charset="0"/>
                </a:rPr>
                <a:t>00</a:t>
              </a:r>
            </a:p>
          </p:txBody>
        </p:sp>
        <p:sp>
          <p:nvSpPr>
            <p:cNvPr id="105" name="Rectangle 26"/>
            <p:cNvSpPr>
              <a:spLocks noChangeArrowheads="1"/>
            </p:cNvSpPr>
            <p:nvPr/>
          </p:nvSpPr>
          <p:spPr bwMode="auto">
            <a:xfrm>
              <a:off x="3275547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C00000"/>
                  </a:solidFill>
                  <a:latin typeface="Courier New" pitchFamily="49" charset="0"/>
                </a:rPr>
                <a:t>00</a:t>
              </a:r>
            </a:p>
          </p:txBody>
        </p:sp>
        <p:sp>
          <p:nvSpPr>
            <p:cNvPr id="106" name="Rectangle 27"/>
            <p:cNvSpPr>
              <a:spLocks noChangeArrowheads="1"/>
            </p:cNvSpPr>
            <p:nvPr/>
          </p:nvSpPr>
          <p:spPr bwMode="auto">
            <a:xfrm>
              <a:off x="3724810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C00000"/>
                  </a:solidFill>
                  <a:latin typeface="Courier New" pitchFamily="49" charset="0"/>
                </a:rPr>
                <a:t>00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CC92405-7453-1C43-88F0-5FF6E81E9B3E}"/>
              </a:ext>
            </a:extLst>
          </p:cNvPr>
          <p:cNvGrpSpPr/>
          <p:nvPr/>
        </p:nvGrpSpPr>
        <p:grpSpPr>
          <a:xfrm>
            <a:off x="5562600" y="3331998"/>
            <a:ext cx="4800600" cy="1591295"/>
            <a:chOff x="4038600" y="3331997"/>
            <a:chExt cx="4800600" cy="1591295"/>
          </a:xfrm>
        </p:grpSpPr>
        <p:sp>
          <p:nvSpPr>
            <p:cNvPr id="90" name="TextBox 89"/>
            <p:cNvSpPr txBox="1">
              <a:spLocks noChangeArrowheads="1"/>
            </p:cNvSpPr>
            <p:nvPr/>
          </p:nvSpPr>
          <p:spPr bwMode="auto">
            <a:xfrm>
              <a:off x="5867400" y="3331997"/>
              <a:ext cx="15905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800" i="1" dirty="0">
                  <a:solidFill>
                    <a:srgbClr val="C00000"/>
                  </a:solidFill>
                  <a:latin typeface="Comic Sans MS" panose="030F0902030302020204" pitchFamily="66" charset="0"/>
                </a:rPr>
                <a:t>Target  Code</a:t>
              </a:r>
            </a:p>
          </p:txBody>
        </p:sp>
        <p:sp>
          <p:nvSpPr>
            <p:cNvPr id="93" name="Rectangle 4"/>
            <p:cNvSpPr>
              <a:spLocks noChangeArrowheads="1"/>
            </p:cNvSpPr>
            <p:nvPr/>
          </p:nvSpPr>
          <p:spPr bwMode="auto">
            <a:xfrm>
              <a:off x="4038600" y="3725528"/>
              <a:ext cx="4800600" cy="1197764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lIns="90487" tIns="44450" rIns="90487" bIns="44450">
              <a:spAutoFit/>
            </a:bodyPr>
            <a:lstStyle/>
            <a:p>
              <a:pPr>
                <a:tabLst>
                  <a:tab pos="457200" algn="l"/>
                  <a:tab pos="1485900" algn="l"/>
                </a:tabLst>
              </a:pPr>
              <a:r>
                <a:rPr lang="en-US" sz="1800" dirty="0">
                  <a:latin typeface="Courier New" pitchFamily="49" charset="0"/>
                </a:rPr>
                <a:t>void smash() {</a:t>
              </a:r>
            </a:p>
            <a:p>
              <a:pPr>
                <a:tabLst>
                  <a:tab pos="457200" algn="l"/>
                  <a:tab pos="1485900" algn="l"/>
                </a:tabLst>
              </a:pPr>
              <a:r>
                <a:rPr lang="en-US" sz="1800" dirty="0">
                  <a:latin typeface="Courier New" pitchFamily="49" charset="0"/>
                </a:rPr>
                <a:t>  </a:t>
              </a:r>
              <a:r>
                <a:rPr lang="en-US" sz="1800" dirty="0" err="1">
                  <a:latin typeface="Courier New" pitchFamily="49" charset="0"/>
                </a:rPr>
                <a:t>printf</a:t>
              </a:r>
              <a:r>
                <a:rPr lang="en-US" sz="1800" dirty="0">
                  <a:latin typeface="Courier New" pitchFamily="49" charset="0"/>
                </a:rPr>
                <a:t>("I've been smashed!\n");</a:t>
              </a:r>
            </a:p>
            <a:p>
              <a:pPr>
                <a:tabLst>
                  <a:tab pos="457200" algn="l"/>
                  <a:tab pos="1485900" algn="l"/>
                </a:tabLst>
              </a:pPr>
              <a:r>
                <a:rPr lang="en-US" sz="1800" dirty="0">
                  <a:latin typeface="Courier New" pitchFamily="49" charset="0"/>
                </a:rPr>
                <a:t>  exit(0);</a:t>
              </a:r>
            </a:p>
            <a:p>
              <a:pPr>
                <a:tabLst>
                  <a:tab pos="457200" algn="l"/>
                  <a:tab pos="1485900" algn="l"/>
                </a:tabLst>
              </a:pPr>
              <a:r>
                <a:rPr lang="en-US" sz="1800" dirty="0">
                  <a:latin typeface="Courier New" pitchFamily="49" charset="0"/>
                </a:rPr>
                <a:t>}</a:t>
              </a:r>
            </a:p>
          </p:txBody>
        </p:sp>
      </p:grpSp>
      <p:sp>
        <p:nvSpPr>
          <p:cNvPr id="88" name="AutoShape 16"/>
          <p:cNvSpPr>
            <a:spLocks/>
          </p:cNvSpPr>
          <p:nvPr/>
        </p:nvSpPr>
        <p:spPr bwMode="auto">
          <a:xfrm rot="10800000">
            <a:off x="3901672" y="3371997"/>
            <a:ext cx="228600" cy="1820717"/>
          </a:xfrm>
          <a:prstGeom prst="leftBrace">
            <a:avLst>
              <a:gd name="adj1" fmla="val 75000"/>
              <a:gd name="adj2" fmla="val 50000"/>
            </a:avLst>
          </a:prstGeom>
          <a:noFill/>
          <a:ln w="25400">
            <a:solidFill>
              <a:schemeClr val="accent6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 sz="1800">
              <a:solidFill>
                <a:srgbClr val="0070C0"/>
              </a:solidFill>
              <a:latin typeface="Calibri" pitchFamily="34" charset="0"/>
            </a:endParaRPr>
          </a:p>
        </p:txBody>
      </p:sp>
      <p:sp>
        <p:nvSpPr>
          <p:cNvPr id="95" name="TextBox 94"/>
          <p:cNvSpPr txBox="1">
            <a:spLocks noChangeArrowheads="1"/>
          </p:cNvSpPr>
          <p:nvPr/>
        </p:nvSpPr>
        <p:spPr bwMode="auto">
          <a:xfrm>
            <a:off x="4126125" y="4080804"/>
            <a:ext cx="114005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800" dirty="0">
                <a:solidFill>
                  <a:schemeClr val="accent6"/>
                </a:solidFill>
                <a:latin typeface="Comic Sans MS" panose="030F0902030302020204" pitchFamily="66" charset="0"/>
              </a:rPr>
              <a:t>24 bytes</a:t>
            </a:r>
          </a:p>
        </p:txBody>
      </p:sp>
    </p:spTree>
    <p:extLst>
      <p:ext uri="{BB962C8B-B14F-4D97-AF65-F5344CB8AC3E}">
        <p14:creationId xmlns:p14="http://schemas.microsoft.com/office/powerpoint/2010/main" val="282231986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  <p:bldP spid="89" grpId="0" animBg="1"/>
      <p:bldP spid="9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Smashing String Effect</a:t>
            </a:r>
          </a:p>
        </p:txBody>
      </p:sp>
      <p:sp>
        <p:nvSpPr>
          <p:cNvPr id="360479" name="Rectangle 31"/>
          <p:cNvSpPr>
            <a:spLocks noChangeArrowheads="1"/>
          </p:cNvSpPr>
          <p:nvPr/>
        </p:nvSpPr>
        <p:spPr bwMode="auto">
          <a:xfrm>
            <a:off x="2057400" y="1589087"/>
            <a:ext cx="1797050" cy="3592513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r>
              <a:rPr lang="en-US" sz="1600" dirty="0">
                <a:latin typeface="Comic Sans MS" panose="030F0902030302020204" pitchFamily="66" charset="0"/>
              </a:rPr>
              <a:t>Stack Frame</a:t>
            </a:r>
          </a:p>
          <a:p>
            <a:pPr algn="ctr">
              <a:defRPr/>
            </a:pPr>
            <a:r>
              <a:rPr lang="en-US" sz="1600" dirty="0">
                <a:latin typeface="Comic Sans MS" panose="030F0902030302020204" pitchFamily="66" charset="0"/>
              </a:rPr>
              <a:t>for </a:t>
            </a:r>
            <a:r>
              <a:rPr lang="en-US" sz="1600" dirty="0" err="1">
                <a:latin typeface="Courier New" pitchFamily="49" charset="0"/>
              </a:rPr>
              <a:t>call_echo</a:t>
            </a:r>
            <a:endParaRPr lang="en-US" sz="1600" dirty="0">
              <a:latin typeface="Courier New" pitchFamily="49" charset="0"/>
            </a:endParaRPr>
          </a:p>
        </p:txBody>
      </p:sp>
      <p:sp>
        <p:nvSpPr>
          <p:cNvPr id="86" name="Line 29"/>
          <p:cNvSpPr>
            <a:spLocks noChangeShapeType="1"/>
          </p:cNvSpPr>
          <p:nvPr/>
        </p:nvSpPr>
        <p:spPr bwMode="auto">
          <a:xfrm flipH="1">
            <a:off x="3886200" y="3260507"/>
            <a:ext cx="450850" cy="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7" name="Rectangle 30"/>
          <p:cNvSpPr>
            <a:spLocks noChangeArrowheads="1"/>
          </p:cNvSpPr>
          <p:nvPr/>
        </p:nvSpPr>
        <p:spPr bwMode="auto">
          <a:xfrm>
            <a:off x="4286250" y="3087469"/>
            <a:ext cx="8191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  <a:latin typeface="Courier New" pitchFamily="49" charset="0"/>
              </a:rPr>
              <a:t>%</a:t>
            </a:r>
            <a:r>
              <a:rPr lang="en-US" sz="1800" dirty="0" err="1">
                <a:solidFill>
                  <a:srgbClr val="C00000"/>
                </a:solidFill>
                <a:latin typeface="Courier New" pitchFamily="49" charset="0"/>
              </a:rPr>
              <a:t>rsp</a:t>
            </a:r>
            <a:endParaRPr lang="en-US" sz="1800" dirty="0">
              <a:solidFill>
                <a:srgbClr val="C00000"/>
              </a:solidFill>
              <a:latin typeface="Courier New" pitchFamily="49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1752600" y="2732086"/>
            <a:ext cx="2101851" cy="2449514"/>
            <a:chOff x="228599" y="2503486"/>
            <a:chExt cx="2101851" cy="2449514"/>
          </a:xfrm>
        </p:grpSpPr>
        <p:sp>
          <p:nvSpPr>
            <p:cNvPr id="360470" name="Rectangle 22"/>
            <p:cNvSpPr>
              <a:spLocks noChangeArrowheads="1"/>
            </p:cNvSpPr>
            <p:nvPr/>
          </p:nvSpPr>
          <p:spPr bwMode="auto">
            <a:xfrm>
              <a:off x="533400" y="2503486"/>
              <a:ext cx="1797050" cy="60829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alibri" pitchFamily="34" charset="0"/>
                </a:rPr>
                <a:t>Return Address</a:t>
              </a:r>
            </a:p>
            <a:p>
              <a:pPr algn="ctr">
                <a:defRPr/>
              </a:pPr>
              <a:r>
                <a:rPr lang="en-US" sz="1800" dirty="0">
                  <a:latin typeface="Calibri" pitchFamily="34" charset="0"/>
                </a:rPr>
                <a:t>(8 bytes)</a:t>
              </a:r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533400" y="4648200"/>
              <a:ext cx="1797050" cy="304800"/>
              <a:chOff x="533400" y="4648200"/>
              <a:chExt cx="1797050" cy="304800"/>
            </a:xfrm>
          </p:grpSpPr>
          <p:sp>
            <p:nvSpPr>
              <p:cNvPr id="360472" name="Rectangle 24"/>
              <p:cNvSpPr>
                <a:spLocks noChangeArrowheads="1"/>
              </p:cNvSpPr>
              <p:nvPr/>
            </p:nvSpPr>
            <p:spPr bwMode="auto">
              <a:xfrm>
                <a:off x="533400" y="4648200"/>
                <a:ext cx="449263" cy="3048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solidFill>
                      <a:srgbClr val="000000"/>
                    </a:solidFill>
                    <a:latin typeface="Courier New" pitchFamily="49" charset="0"/>
                  </a:rPr>
                  <a:t>33</a:t>
                </a:r>
              </a:p>
            </p:txBody>
          </p:sp>
          <p:sp>
            <p:nvSpPr>
              <p:cNvPr id="360473" name="Rectangle 25"/>
              <p:cNvSpPr>
                <a:spLocks noChangeArrowheads="1"/>
              </p:cNvSpPr>
              <p:nvPr/>
            </p:nvSpPr>
            <p:spPr bwMode="auto">
              <a:xfrm>
                <a:off x="982663" y="4648200"/>
                <a:ext cx="449262" cy="304800"/>
              </a:xfrm>
              <a:prstGeom prst="rect">
                <a:avLst/>
              </a:prstGeom>
              <a:solidFill>
                <a:srgbClr val="BFBFBF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solidFill>
                      <a:srgbClr val="000000"/>
                    </a:solidFill>
                    <a:latin typeface="Courier New" pitchFamily="49" charset="0"/>
                  </a:rPr>
                  <a:t>32</a:t>
                </a:r>
              </a:p>
            </p:txBody>
          </p:sp>
          <p:sp>
            <p:nvSpPr>
              <p:cNvPr id="360474" name="Rectangle 26"/>
              <p:cNvSpPr>
                <a:spLocks noChangeArrowheads="1"/>
              </p:cNvSpPr>
              <p:nvPr/>
            </p:nvSpPr>
            <p:spPr bwMode="auto">
              <a:xfrm>
                <a:off x="1431925" y="4648200"/>
                <a:ext cx="449263" cy="304800"/>
              </a:xfrm>
              <a:prstGeom prst="rect">
                <a:avLst/>
              </a:prstGeom>
              <a:solidFill>
                <a:srgbClr val="BFBFBF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solidFill>
                      <a:srgbClr val="000000"/>
                    </a:solidFill>
                    <a:latin typeface="Courier New" pitchFamily="49" charset="0"/>
                  </a:rPr>
                  <a:t>31</a:t>
                </a:r>
              </a:p>
            </p:txBody>
          </p:sp>
          <p:sp>
            <p:nvSpPr>
              <p:cNvPr id="360475" name="Rectangle 27"/>
              <p:cNvSpPr>
                <a:spLocks noChangeArrowheads="1"/>
              </p:cNvSpPr>
              <p:nvPr/>
            </p:nvSpPr>
            <p:spPr bwMode="auto">
              <a:xfrm>
                <a:off x="1881188" y="4648200"/>
                <a:ext cx="449262" cy="304800"/>
              </a:xfrm>
              <a:prstGeom prst="rect">
                <a:avLst/>
              </a:prstGeom>
              <a:solidFill>
                <a:srgbClr val="BFBFBF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solidFill>
                      <a:srgbClr val="000000"/>
                    </a:solidFill>
                    <a:latin typeface="Courier New" pitchFamily="49" charset="0"/>
                  </a:rPr>
                  <a:t>30</a:t>
                </a:r>
              </a:p>
            </p:txBody>
          </p:sp>
        </p:grpSp>
        <p:sp>
          <p:nvSpPr>
            <p:cNvPr id="18" name="Rectangle 23"/>
            <p:cNvSpPr>
              <a:spLocks noChangeArrowheads="1"/>
            </p:cNvSpPr>
            <p:nvPr/>
          </p:nvSpPr>
          <p:spPr bwMode="auto">
            <a:xfrm>
              <a:off x="533400" y="3113087"/>
              <a:ext cx="1797050" cy="15312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alibri" pitchFamily="34" charset="0"/>
                </a:rPr>
                <a:t>20 bytes unused</a:t>
              </a:r>
              <a:endParaRPr lang="en-US" sz="1800" dirty="0">
                <a:latin typeface="Courier New" pitchFamily="49" charset="0"/>
              </a:endParaRPr>
            </a:p>
          </p:txBody>
        </p:sp>
        <p:grpSp>
          <p:nvGrpSpPr>
            <p:cNvPr id="32" name="Group 31"/>
            <p:cNvGrpSpPr/>
            <p:nvPr/>
          </p:nvGrpSpPr>
          <p:grpSpPr>
            <a:xfrm>
              <a:off x="532564" y="2509716"/>
              <a:ext cx="1797050" cy="304800"/>
              <a:chOff x="2377022" y="2811289"/>
              <a:chExt cx="1797050" cy="304800"/>
            </a:xfrm>
            <a:solidFill>
              <a:srgbClr val="CDF1C5"/>
            </a:solidFill>
          </p:grpSpPr>
          <p:sp>
            <p:nvSpPr>
              <p:cNvPr id="33" name="Rectangle 24"/>
              <p:cNvSpPr>
                <a:spLocks noChangeArrowheads="1"/>
              </p:cNvSpPr>
              <p:nvPr/>
            </p:nvSpPr>
            <p:spPr bwMode="auto">
              <a:xfrm>
                <a:off x="2377022" y="2811289"/>
                <a:ext cx="449263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solidFill>
                      <a:srgbClr val="C00000"/>
                    </a:solidFill>
                    <a:latin typeface="Courier New" pitchFamily="49" charset="0"/>
                  </a:rPr>
                  <a:t>00</a:t>
                </a:r>
              </a:p>
            </p:txBody>
          </p:sp>
          <p:sp>
            <p:nvSpPr>
              <p:cNvPr id="34" name="Rectangle 25"/>
              <p:cNvSpPr>
                <a:spLocks noChangeArrowheads="1"/>
              </p:cNvSpPr>
              <p:nvPr/>
            </p:nvSpPr>
            <p:spPr bwMode="auto">
              <a:xfrm>
                <a:off x="2826285" y="2811289"/>
                <a:ext cx="449262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solidFill>
                      <a:srgbClr val="C00000"/>
                    </a:solidFill>
                    <a:latin typeface="Courier New" pitchFamily="49" charset="0"/>
                  </a:rPr>
                  <a:t>00</a:t>
                </a:r>
              </a:p>
            </p:txBody>
          </p:sp>
          <p:sp>
            <p:nvSpPr>
              <p:cNvPr id="35" name="Rectangle 26"/>
              <p:cNvSpPr>
                <a:spLocks noChangeArrowheads="1"/>
              </p:cNvSpPr>
              <p:nvPr/>
            </p:nvSpPr>
            <p:spPr bwMode="auto">
              <a:xfrm>
                <a:off x="3275547" y="2811289"/>
                <a:ext cx="449263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solidFill>
                      <a:srgbClr val="C00000"/>
                    </a:solidFill>
                    <a:latin typeface="Courier New" pitchFamily="49" charset="0"/>
                  </a:rPr>
                  <a:t>07</a:t>
                </a:r>
              </a:p>
            </p:txBody>
          </p:sp>
          <p:sp>
            <p:nvSpPr>
              <p:cNvPr id="36" name="Rectangle 27"/>
              <p:cNvSpPr>
                <a:spLocks noChangeArrowheads="1"/>
              </p:cNvSpPr>
              <p:nvPr/>
            </p:nvSpPr>
            <p:spPr bwMode="auto">
              <a:xfrm>
                <a:off x="3724810" y="2811289"/>
                <a:ext cx="449262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solidFill>
                      <a:srgbClr val="C00000"/>
                    </a:solidFill>
                    <a:latin typeface="Courier New" pitchFamily="49" charset="0"/>
                  </a:rPr>
                  <a:t>FF</a:t>
                </a:r>
              </a:p>
            </p:txBody>
          </p:sp>
        </p:grpSp>
        <p:grpSp>
          <p:nvGrpSpPr>
            <p:cNvPr id="43" name="Group 42"/>
            <p:cNvGrpSpPr/>
            <p:nvPr/>
          </p:nvGrpSpPr>
          <p:grpSpPr>
            <a:xfrm>
              <a:off x="533400" y="4336978"/>
              <a:ext cx="1797050" cy="304800"/>
              <a:chOff x="533400" y="4648200"/>
              <a:chExt cx="1797050" cy="304800"/>
            </a:xfrm>
            <a:solidFill>
              <a:schemeClr val="bg2">
                <a:lumMod val="40000"/>
                <a:lumOff val="60000"/>
              </a:schemeClr>
            </a:solidFill>
          </p:grpSpPr>
          <p:sp>
            <p:nvSpPr>
              <p:cNvPr id="44" name="Rectangle 24"/>
              <p:cNvSpPr>
                <a:spLocks noChangeArrowheads="1"/>
              </p:cNvSpPr>
              <p:nvPr/>
            </p:nvSpPr>
            <p:spPr bwMode="auto">
              <a:xfrm>
                <a:off x="533400" y="4648200"/>
                <a:ext cx="449263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</a:rPr>
                  <a:t>37</a:t>
                </a:r>
              </a:p>
            </p:txBody>
          </p:sp>
          <p:sp>
            <p:nvSpPr>
              <p:cNvPr id="45" name="Rectangle 25"/>
              <p:cNvSpPr>
                <a:spLocks noChangeArrowheads="1"/>
              </p:cNvSpPr>
              <p:nvPr/>
            </p:nvSpPr>
            <p:spPr bwMode="auto">
              <a:xfrm>
                <a:off x="982663" y="4648200"/>
                <a:ext cx="449262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</a:rPr>
                  <a:t>36</a:t>
                </a:r>
              </a:p>
            </p:txBody>
          </p:sp>
          <p:sp>
            <p:nvSpPr>
              <p:cNvPr id="46" name="Rectangle 26"/>
              <p:cNvSpPr>
                <a:spLocks noChangeArrowheads="1"/>
              </p:cNvSpPr>
              <p:nvPr/>
            </p:nvSpPr>
            <p:spPr bwMode="auto">
              <a:xfrm>
                <a:off x="1431925" y="4648200"/>
                <a:ext cx="449263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</a:rPr>
                  <a:t>35</a:t>
                </a:r>
              </a:p>
            </p:txBody>
          </p:sp>
          <p:sp>
            <p:nvSpPr>
              <p:cNvPr id="47" name="Rectangle 27"/>
              <p:cNvSpPr>
                <a:spLocks noChangeArrowheads="1"/>
              </p:cNvSpPr>
              <p:nvPr/>
            </p:nvSpPr>
            <p:spPr bwMode="auto">
              <a:xfrm>
                <a:off x="1881188" y="4648200"/>
                <a:ext cx="449262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solidFill>
                      <a:srgbClr val="000000"/>
                    </a:solidFill>
                    <a:latin typeface="Courier New" pitchFamily="49" charset="0"/>
                  </a:rPr>
                  <a:t>34</a:t>
                </a:r>
              </a:p>
            </p:txBody>
          </p:sp>
        </p:grpSp>
        <p:grpSp>
          <p:nvGrpSpPr>
            <p:cNvPr id="48" name="Group 47"/>
            <p:cNvGrpSpPr/>
            <p:nvPr/>
          </p:nvGrpSpPr>
          <p:grpSpPr>
            <a:xfrm>
              <a:off x="533400" y="4025756"/>
              <a:ext cx="1797050" cy="304800"/>
              <a:chOff x="533400" y="4648200"/>
              <a:chExt cx="1797050" cy="304800"/>
            </a:xfrm>
            <a:solidFill>
              <a:schemeClr val="bg2">
                <a:lumMod val="40000"/>
                <a:lumOff val="60000"/>
              </a:schemeClr>
            </a:solidFill>
          </p:grpSpPr>
          <p:sp>
            <p:nvSpPr>
              <p:cNvPr id="49" name="Rectangle 24"/>
              <p:cNvSpPr>
                <a:spLocks noChangeArrowheads="1"/>
              </p:cNvSpPr>
              <p:nvPr/>
            </p:nvSpPr>
            <p:spPr bwMode="auto">
              <a:xfrm>
                <a:off x="533400" y="4648200"/>
                <a:ext cx="449263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</a:rPr>
                  <a:t>31</a:t>
                </a:r>
              </a:p>
            </p:txBody>
          </p:sp>
          <p:sp>
            <p:nvSpPr>
              <p:cNvPr id="50" name="Rectangle 25"/>
              <p:cNvSpPr>
                <a:spLocks noChangeArrowheads="1"/>
              </p:cNvSpPr>
              <p:nvPr/>
            </p:nvSpPr>
            <p:spPr bwMode="auto">
              <a:xfrm>
                <a:off x="982663" y="4648200"/>
                <a:ext cx="449262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</a:rPr>
                  <a:t>30</a:t>
                </a:r>
              </a:p>
            </p:txBody>
          </p:sp>
          <p:sp>
            <p:nvSpPr>
              <p:cNvPr id="51" name="Rectangle 26"/>
              <p:cNvSpPr>
                <a:spLocks noChangeArrowheads="1"/>
              </p:cNvSpPr>
              <p:nvPr/>
            </p:nvSpPr>
            <p:spPr bwMode="auto">
              <a:xfrm>
                <a:off x="1431925" y="4648200"/>
                <a:ext cx="449263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</a:rPr>
                  <a:t>39</a:t>
                </a:r>
              </a:p>
            </p:txBody>
          </p:sp>
          <p:sp>
            <p:nvSpPr>
              <p:cNvPr id="52" name="Rectangle 27"/>
              <p:cNvSpPr>
                <a:spLocks noChangeArrowheads="1"/>
              </p:cNvSpPr>
              <p:nvPr/>
            </p:nvSpPr>
            <p:spPr bwMode="auto">
              <a:xfrm>
                <a:off x="1881188" y="4648200"/>
                <a:ext cx="449262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</a:rPr>
                  <a:t>38</a:t>
                </a:r>
              </a:p>
            </p:txBody>
          </p:sp>
        </p:grpSp>
        <p:grpSp>
          <p:nvGrpSpPr>
            <p:cNvPr id="53" name="Group 52"/>
            <p:cNvGrpSpPr/>
            <p:nvPr/>
          </p:nvGrpSpPr>
          <p:grpSpPr>
            <a:xfrm>
              <a:off x="533400" y="3714534"/>
              <a:ext cx="1797050" cy="304800"/>
              <a:chOff x="533400" y="4648200"/>
              <a:chExt cx="1797050" cy="304800"/>
            </a:xfrm>
            <a:solidFill>
              <a:schemeClr val="bg2">
                <a:lumMod val="40000"/>
                <a:lumOff val="60000"/>
              </a:schemeClr>
            </a:solidFill>
          </p:grpSpPr>
          <p:sp>
            <p:nvSpPr>
              <p:cNvPr id="54" name="Rectangle 24"/>
              <p:cNvSpPr>
                <a:spLocks noChangeArrowheads="1"/>
              </p:cNvSpPr>
              <p:nvPr/>
            </p:nvSpPr>
            <p:spPr bwMode="auto">
              <a:xfrm>
                <a:off x="533400" y="4648200"/>
                <a:ext cx="449263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</a:rPr>
                  <a:t>35</a:t>
                </a:r>
              </a:p>
            </p:txBody>
          </p:sp>
          <p:sp>
            <p:nvSpPr>
              <p:cNvPr id="55" name="Rectangle 25"/>
              <p:cNvSpPr>
                <a:spLocks noChangeArrowheads="1"/>
              </p:cNvSpPr>
              <p:nvPr/>
            </p:nvSpPr>
            <p:spPr bwMode="auto">
              <a:xfrm>
                <a:off x="982663" y="4648200"/>
                <a:ext cx="449262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</a:rPr>
                  <a:t>34</a:t>
                </a:r>
              </a:p>
            </p:txBody>
          </p:sp>
          <p:sp>
            <p:nvSpPr>
              <p:cNvPr id="56" name="Rectangle 26"/>
              <p:cNvSpPr>
                <a:spLocks noChangeArrowheads="1"/>
              </p:cNvSpPr>
              <p:nvPr/>
            </p:nvSpPr>
            <p:spPr bwMode="auto">
              <a:xfrm>
                <a:off x="1431925" y="4648200"/>
                <a:ext cx="449263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</a:rPr>
                  <a:t>33</a:t>
                </a:r>
              </a:p>
            </p:txBody>
          </p:sp>
          <p:sp>
            <p:nvSpPr>
              <p:cNvPr id="57" name="Rectangle 27"/>
              <p:cNvSpPr>
                <a:spLocks noChangeArrowheads="1"/>
              </p:cNvSpPr>
              <p:nvPr/>
            </p:nvSpPr>
            <p:spPr bwMode="auto">
              <a:xfrm>
                <a:off x="1881188" y="4648200"/>
                <a:ext cx="449262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</a:rPr>
                  <a:t>32</a:t>
                </a:r>
              </a:p>
            </p:txBody>
          </p:sp>
        </p:grpSp>
        <p:grpSp>
          <p:nvGrpSpPr>
            <p:cNvPr id="58" name="Group 57"/>
            <p:cNvGrpSpPr/>
            <p:nvPr/>
          </p:nvGrpSpPr>
          <p:grpSpPr>
            <a:xfrm>
              <a:off x="533400" y="3403312"/>
              <a:ext cx="1797050" cy="304800"/>
              <a:chOff x="533400" y="4648200"/>
              <a:chExt cx="1797050" cy="304800"/>
            </a:xfrm>
            <a:solidFill>
              <a:schemeClr val="bg2">
                <a:lumMod val="40000"/>
                <a:lumOff val="60000"/>
              </a:schemeClr>
            </a:solidFill>
          </p:grpSpPr>
          <p:sp>
            <p:nvSpPr>
              <p:cNvPr id="59" name="Rectangle 24"/>
              <p:cNvSpPr>
                <a:spLocks noChangeArrowheads="1"/>
              </p:cNvSpPr>
              <p:nvPr/>
            </p:nvSpPr>
            <p:spPr bwMode="auto">
              <a:xfrm>
                <a:off x="533400" y="4648200"/>
                <a:ext cx="449263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</a:rPr>
                  <a:t>39</a:t>
                </a:r>
              </a:p>
            </p:txBody>
          </p:sp>
          <p:sp>
            <p:nvSpPr>
              <p:cNvPr id="60" name="Rectangle 25"/>
              <p:cNvSpPr>
                <a:spLocks noChangeArrowheads="1"/>
              </p:cNvSpPr>
              <p:nvPr/>
            </p:nvSpPr>
            <p:spPr bwMode="auto">
              <a:xfrm>
                <a:off x="982663" y="4648200"/>
                <a:ext cx="449262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</a:rPr>
                  <a:t>38</a:t>
                </a:r>
              </a:p>
            </p:txBody>
          </p:sp>
          <p:sp>
            <p:nvSpPr>
              <p:cNvPr id="61" name="Rectangle 26"/>
              <p:cNvSpPr>
                <a:spLocks noChangeArrowheads="1"/>
              </p:cNvSpPr>
              <p:nvPr/>
            </p:nvSpPr>
            <p:spPr bwMode="auto">
              <a:xfrm>
                <a:off x="1431925" y="4648200"/>
                <a:ext cx="449263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</a:rPr>
                  <a:t>37</a:t>
                </a:r>
              </a:p>
            </p:txBody>
          </p:sp>
          <p:sp>
            <p:nvSpPr>
              <p:cNvPr id="62" name="Rectangle 27"/>
              <p:cNvSpPr>
                <a:spLocks noChangeArrowheads="1"/>
              </p:cNvSpPr>
              <p:nvPr/>
            </p:nvSpPr>
            <p:spPr bwMode="auto">
              <a:xfrm>
                <a:off x="1881188" y="4648200"/>
                <a:ext cx="449262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</a:rPr>
                  <a:t>36</a:t>
                </a:r>
              </a:p>
            </p:txBody>
          </p:sp>
        </p:grpSp>
        <p:grpSp>
          <p:nvGrpSpPr>
            <p:cNvPr id="63" name="Group 62"/>
            <p:cNvGrpSpPr/>
            <p:nvPr/>
          </p:nvGrpSpPr>
          <p:grpSpPr>
            <a:xfrm>
              <a:off x="533400" y="3092090"/>
              <a:ext cx="1797050" cy="304800"/>
              <a:chOff x="533400" y="4648200"/>
              <a:chExt cx="1797050" cy="304800"/>
            </a:xfrm>
            <a:solidFill>
              <a:schemeClr val="bg2">
                <a:lumMod val="40000"/>
                <a:lumOff val="60000"/>
              </a:schemeClr>
            </a:solidFill>
          </p:grpSpPr>
          <p:sp>
            <p:nvSpPr>
              <p:cNvPr id="64" name="Rectangle 24"/>
              <p:cNvSpPr>
                <a:spLocks noChangeArrowheads="1"/>
              </p:cNvSpPr>
              <p:nvPr/>
            </p:nvSpPr>
            <p:spPr bwMode="auto">
              <a:xfrm>
                <a:off x="533400" y="4648200"/>
                <a:ext cx="449263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</a:rPr>
                  <a:t>33</a:t>
                </a:r>
              </a:p>
            </p:txBody>
          </p:sp>
          <p:sp>
            <p:nvSpPr>
              <p:cNvPr id="65" name="Rectangle 25"/>
              <p:cNvSpPr>
                <a:spLocks noChangeArrowheads="1"/>
              </p:cNvSpPr>
              <p:nvPr/>
            </p:nvSpPr>
            <p:spPr bwMode="auto">
              <a:xfrm>
                <a:off x="982663" y="4648200"/>
                <a:ext cx="449262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</a:rPr>
                  <a:t>32</a:t>
                </a:r>
              </a:p>
            </p:txBody>
          </p:sp>
          <p:sp>
            <p:nvSpPr>
              <p:cNvPr id="66" name="Rectangle 26"/>
              <p:cNvSpPr>
                <a:spLocks noChangeArrowheads="1"/>
              </p:cNvSpPr>
              <p:nvPr/>
            </p:nvSpPr>
            <p:spPr bwMode="auto">
              <a:xfrm>
                <a:off x="1431925" y="4648200"/>
                <a:ext cx="449263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</a:rPr>
                  <a:t>31</a:t>
                </a:r>
              </a:p>
            </p:txBody>
          </p:sp>
          <p:sp>
            <p:nvSpPr>
              <p:cNvPr id="67" name="Rectangle 27"/>
              <p:cNvSpPr>
                <a:spLocks noChangeArrowheads="1"/>
              </p:cNvSpPr>
              <p:nvPr/>
            </p:nvSpPr>
            <p:spPr bwMode="auto">
              <a:xfrm>
                <a:off x="1881188" y="4648200"/>
                <a:ext cx="449262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</a:rPr>
                  <a:t>30</a:t>
                </a:r>
              </a:p>
            </p:txBody>
          </p:sp>
        </p:grpSp>
        <p:grpSp>
          <p:nvGrpSpPr>
            <p:cNvPr id="68" name="Group 67"/>
            <p:cNvGrpSpPr/>
            <p:nvPr/>
          </p:nvGrpSpPr>
          <p:grpSpPr>
            <a:xfrm>
              <a:off x="533400" y="2819400"/>
              <a:ext cx="1797050" cy="304800"/>
              <a:chOff x="2377022" y="2811289"/>
              <a:chExt cx="1797050" cy="304800"/>
            </a:xfrm>
            <a:solidFill>
              <a:srgbClr val="D5F1CF"/>
            </a:solidFill>
          </p:grpSpPr>
          <p:sp>
            <p:nvSpPr>
              <p:cNvPr id="69" name="Rectangle 24"/>
              <p:cNvSpPr>
                <a:spLocks noChangeArrowheads="1"/>
              </p:cNvSpPr>
              <p:nvPr/>
            </p:nvSpPr>
            <p:spPr bwMode="auto">
              <a:xfrm>
                <a:off x="2377022" y="2811289"/>
                <a:ext cx="449263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solidFill>
                      <a:srgbClr val="C00000"/>
                    </a:solidFill>
                    <a:latin typeface="Courier New" pitchFamily="49" charset="0"/>
                  </a:rPr>
                  <a:t>FF</a:t>
                </a:r>
              </a:p>
            </p:txBody>
          </p:sp>
          <p:sp>
            <p:nvSpPr>
              <p:cNvPr id="70" name="Rectangle 25"/>
              <p:cNvSpPr>
                <a:spLocks noChangeArrowheads="1"/>
              </p:cNvSpPr>
              <p:nvPr/>
            </p:nvSpPr>
            <p:spPr bwMode="auto">
              <a:xfrm>
                <a:off x="2826285" y="2811289"/>
                <a:ext cx="449262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solidFill>
                      <a:srgbClr val="C00000"/>
                    </a:solidFill>
                    <a:latin typeface="Courier New" pitchFamily="49" charset="0"/>
                  </a:rPr>
                  <a:t>FF</a:t>
                </a:r>
              </a:p>
            </p:txBody>
          </p:sp>
          <p:sp>
            <p:nvSpPr>
              <p:cNvPr id="71" name="Rectangle 26"/>
              <p:cNvSpPr>
                <a:spLocks noChangeArrowheads="1"/>
              </p:cNvSpPr>
              <p:nvPr/>
            </p:nvSpPr>
            <p:spPr bwMode="auto">
              <a:xfrm>
                <a:off x="3275547" y="2811289"/>
                <a:ext cx="449263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solidFill>
                      <a:srgbClr val="C00000"/>
                    </a:solidFill>
                    <a:latin typeface="Courier New" pitchFamily="49" charset="0"/>
                  </a:rPr>
                  <a:t>AB</a:t>
                </a:r>
              </a:p>
            </p:txBody>
          </p:sp>
          <p:sp>
            <p:nvSpPr>
              <p:cNvPr id="72" name="Rectangle 27"/>
              <p:cNvSpPr>
                <a:spLocks noChangeArrowheads="1"/>
              </p:cNvSpPr>
              <p:nvPr/>
            </p:nvSpPr>
            <p:spPr bwMode="auto">
              <a:xfrm>
                <a:off x="3724810" y="2811289"/>
                <a:ext cx="449262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solidFill>
                      <a:srgbClr val="C00000"/>
                    </a:solidFill>
                    <a:latin typeface="Courier New" pitchFamily="49" charset="0"/>
                  </a:rPr>
                  <a:t>80</a:t>
                </a:r>
              </a:p>
            </p:txBody>
          </p:sp>
        </p:grpSp>
        <p:sp>
          <p:nvSpPr>
            <p:cNvPr id="94" name="AutoShape 16"/>
            <p:cNvSpPr>
              <a:spLocks/>
            </p:cNvSpPr>
            <p:nvPr/>
          </p:nvSpPr>
          <p:spPr bwMode="auto">
            <a:xfrm rot="10800000" flipH="1">
              <a:off x="228599" y="2509716"/>
              <a:ext cx="228600" cy="2443284"/>
            </a:xfrm>
            <a:prstGeom prst="leftBrace">
              <a:avLst>
                <a:gd name="adj1" fmla="val 75000"/>
                <a:gd name="adj2" fmla="val 50000"/>
              </a:avLst>
            </a:prstGeom>
            <a:noFill/>
            <a:ln w="25400">
              <a:solidFill>
                <a:srgbClr val="0070C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1800">
                <a:solidFill>
                  <a:srgbClr val="0070C0"/>
                </a:solidFill>
                <a:latin typeface="Calibri" pitchFamily="34" charset="0"/>
              </a:endParaRPr>
            </a:p>
          </p:txBody>
        </p:sp>
      </p:grpSp>
      <p:grpSp>
        <p:nvGrpSpPr>
          <p:cNvPr id="97" name="Group 96"/>
          <p:cNvGrpSpPr/>
          <p:nvPr/>
        </p:nvGrpSpPr>
        <p:grpSpPr>
          <a:xfrm>
            <a:off x="2051006" y="3039889"/>
            <a:ext cx="1797050" cy="304800"/>
            <a:chOff x="2377022" y="2811289"/>
            <a:chExt cx="1797050" cy="304800"/>
          </a:xfrm>
          <a:solidFill>
            <a:srgbClr val="D5F1CF"/>
          </a:solidFill>
        </p:grpSpPr>
        <p:sp>
          <p:nvSpPr>
            <p:cNvPr id="98" name="Rectangle 24"/>
            <p:cNvSpPr>
              <a:spLocks noChangeArrowheads="1"/>
            </p:cNvSpPr>
            <p:nvPr/>
          </p:nvSpPr>
          <p:spPr bwMode="auto">
            <a:xfrm>
              <a:off x="2377022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b="1" dirty="0">
                  <a:solidFill>
                    <a:srgbClr val="C00000"/>
                  </a:solidFill>
                  <a:latin typeface="Courier New" pitchFamily="49" charset="0"/>
                </a:rPr>
                <a:t>00</a:t>
              </a:r>
            </a:p>
          </p:txBody>
        </p:sp>
        <p:sp>
          <p:nvSpPr>
            <p:cNvPr id="99" name="Rectangle 25"/>
            <p:cNvSpPr>
              <a:spLocks noChangeArrowheads="1"/>
            </p:cNvSpPr>
            <p:nvPr/>
          </p:nvSpPr>
          <p:spPr bwMode="auto">
            <a:xfrm>
              <a:off x="2826285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b="1" dirty="0">
                  <a:solidFill>
                    <a:srgbClr val="C00000"/>
                  </a:solidFill>
                  <a:latin typeface="Courier New" pitchFamily="49" charset="0"/>
                </a:rPr>
                <a:t>40</a:t>
              </a:r>
            </a:p>
          </p:txBody>
        </p:sp>
        <p:sp>
          <p:nvSpPr>
            <p:cNvPr id="100" name="Rectangle 26"/>
            <p:cNvSpPr>
              <a:spLocks noChangeArrowheads="1"/>
            </p:cNvSpPr>
            <p:nvPr/>
          </p:nvSpPr>
          <p:spPr bwMode="auto">
            <a:xfrm>
              <a:off x="3275547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b="1" dirty="0">
                  <a:solidFill>
                    <a:srgbClr val="C00000"/>
                  </a:solidFill>
                  <a:latin typeface="Courier New" pitchFamily="49" charset="0"/>
                </a:rPr>
                <a:t>06</a:t>
              </a:r>
            </a:p>
          </p:txBody>
        </p:sp>
        <p:sp>
          <p:nvSpPr>
            <p:cNvPr id="101" name="Rectangle 27"/>
            <p:cNvSpPr>
              <a:spLocks noChangeArrowheads="1"/>
            </p:cNvSpPr>
            <p:nvPr/>
          </p:nvSpPr>
          <p:spPr bwMode="auto">
            <a:xfrm>
              <a:off x="3724810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b="1" dirty="0">
                  <a:solidFill>
                    <a:srgbClr val="C00000"/>
                  </a:solidFill>
                  <a:latin typeface="Courier New" pitchFamily="49" charset="0"/>
                </a:rPr>
                <a:t>c8</a:t>
              </a:r>
            </a:p>
          </p:txBody>
        </p:sp>
      </p:grpSp>
      <p:grpSp>
        <p:nvGrpSpPr>
          <p:cNvPr id="102" name="Group 101"/>
          <p:cNvGrpSpPr/>
          <p:nvPr/>
        </p:nvGrpSpPr>
        <p:grpSpPr>
          <a:xfrm>
            <a:off x="2051006" y="2743200"/>
            <a:ext cx="1797050" cy="304800"/>
            <a:chOff x="2377022" y="2811289"/>
            <a:chExt cx="1797050" cy="304800"/>
          </a:xfrm>
          <a:solidFill>
            <a:srgbClr val="D5F1CF"/>
          </a:solidFill>
        </p:grpSpPr>
        <p:sp>
          <p:nvSpPr>
            <p:cNvPr id="103" name="Rectangle 24"/>
            <p:cNvSpPr>
              <a:spLocks noChangeArrowheads="1"/>
            </p:cNvSpPr>
            <p:nvPr/>
          </p:nvSpPr>
          <p:spPr bwMode="auto">
            <a:xfrm>
              <a:off x="2377022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b="1" dirty="0">
                  <a:solidFill>
                    <a:srgbClr val="C00000"/>
                  </a:solidFill>
                  <a:latin typeface="Courier New" pitchFamily="49" charset="0"/>
                </a:rPr>
                <a:t>00</a:t>
              </a:r>
            </a:p>
          </p:txBody>
        </p:sp>
        <p:sp>
          <p:nvSpPr>
            <p:cNvPr id="104" name="Rectangle 25"/>
            <p:cNvSpPr>
              <a:spLocks noChangeArrowheads="1"/>
            </p:cNvSpPr>
            <p:nvPr/>
          </p:nvSpPr>
          <p:spPr bwMode="auto">
            <a:xfrm>
              <a:off x="2826285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b="1" dirty="0">
                  <a:solidFill>
                    <a:srgbClr val="C00000"/>
                  </a:solidFill>
                  <a:latin typeface="Courier New" pitchFamily="49" charset="0"/>
                </a:rPr>
                <a:t>00</a:t>
              </a:r>
            </a:p>
          </p:txBody>
        </p:sp>
        <p:sp>
          <p:nvSpPr>
            <p:cNvPr id="105" name="Rectangle 26"/>
            <p:cNvSpPr>
              <a:spLocks noChangeArrowheads="1"/>
            </p:cNvSpPr>
            <p:nvPr/>
          </p:nvSpPr>
          <p:spPr bwMode="auto">
            <a:xfrm>
              <a:off x="3275547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b="1" dirty="0">
                  <a:solidFill>
                    <a:srgbClr val="C00000"/>
                  </a:solidFill>
                  <a:latin typeface="Courier New" pitchFamily="49" charset="0"/>
                </a:rPr>
                <a:t>00</a:t>
              </a:r>
            </a:p>
          </p:txBody>
        </p:sp>
        <p:sp>
          <p:nvSpPr>
            <p:cNvPr id="106" name="Rectangle 27"/>
            <p:cNvSpPr>
              <a:spLocks noChangeArrowheads="1"/>
            </p:cNvSpPr>
            <p:nvPr/>
          </p:nvSpPr>
          <p:spPr bwMode="auto">
            <a:xfrm>
              <a:off x="3724810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b="1" dirty="0">
                  <a:solidFill>
                    <a:srgbClr val="C00000"/>
                  </a:solidFill>
                  <a:latin typeface="Courier New" pitchFamily="49" charset="0"/>
                </a:rPr>
                <a:t>00</a:t>
              </a:r>
            </a:p>
          </p:txBody>
        </p:sp>
      </p:grpSp>
      <p:sp>
        <p:nvSpPr>
          <p:cNvPr id="74" name="Rectangle 3">
            <a:extLst>
              <a:ext uri="{FF2B5EF4-FFF2-40B4-BE49-F238E27FC236}">
                <a16:creationId xmlns:a16="http://schemas.microsoft.com/office/drawing/2014/main" id="{3AC7C9AE-459F-E74E-A205-6B09B1B99B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5894790"/>
            <a:ext cx="8915400" cy="58221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2700">
            <a:solidFill>
              <a:schemeClr val="bg2">
                <a:lumMod val="40000"/>
                <a:lumOff val="60000"/>
              </a:schemeClr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>
              <a:tabLst>
                <a:tab pos="457200" algn="l"/>
                <a:tab pos="1485900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30 31 32 33 34 35 36 37 38 39 30 31 32 33 34 35 36 37 38 39 30 31 32 33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ea typeface="MS Mincho" pitchFamily="49" charset="-128"/>
              </a:rPr>
              <a:t>c8 06 40 00 00 00 00 00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93B7329-2F84-9645-A1A9-789C00DF90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1947" y="5408600"/>
            <a:ext cx="236795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800" i="1" dirty="0">
                <a:solidFill>
                  <a:srgbClr val="C00000"/>
                </a:solidFill>
                <a:latin typeface="Comic Sans MS" panose="030F0902030302020204" pitchFamily="66" charset="0"/>
              </a:rPr>
              <a:t>Attack String (Hex)</a:t>
            </a:r>
          </a:p>
        </p:txBody>
      </p:sp>
      <p:sp>
        <p:nvSpPr>
          <p:cNvPr id="76" name="Rectangle 5">
            <a:extLst>
              <a:ext uri="{FF2B5EF4-FFF2-40B4-BE49-F238E27FC236}">
                <a16:creationId xmlns:a16="http://schemas.microsoft.com/office/drawing/2014/main" id="{5074C0E1-5B95-1144-A70A-4B8537FBA2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4995034"/>
            <a:ext cx="3962400" cy="643766"/>
          </a:xfrm>
          <a:prstGeom prst="rect">
            <a:avLst/>
          </a:prstGeom>
          <a:solidFill>
            <a:srgbClr val="F1C7C7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spAutoFit/>
          </a:bodyPr>
          <a:lstStyle/>
          <a:p>
            <a:pPr>
              <a:tabLst>
                <a:tab pos="457200" algn="l"/>
                <a:tab pos="1485900" algn="l"/>
              </a:tabLst>
            </a:pPr>
            <a:r>
              <a:rPr lang="ro-RO" sz="1800" dirty="0">
                <a:solidFill>
                  <a:srgbClr val="7030A0"/>
                </a:solidFill>
                <a:latin typeface="Courier New" pitchFamily="49" charset="0"/>
                <a:ea typeface="MS Mincho" pitchFamily="49" charset="-128"/>
              </a:rPr>
              <a:t>00000000004006c8 &lt;smash&gt;: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ro-RO" sz="1800" dirty="0">
                <a:solidFill>
                  <a:srgbClr val="7030A0"/>
                </a:solidFill>
                <a:latin typeface="Courier New" pitchFamily="49" charset="0"/>
                <a:ea typeface="MS Mincho" pitchFamily="49" charset="-128"/>
              </a:rPr>
              <a:t> </a:t>
            </a:r>
            <a:r>
              <a:rPr lang="ro-RO" sz="1800" dirty="0">
                <a:solidFill>
                  <a:srgbClr val="C00000"/>
                </a:solidFill>
                <a:latin typeface="Courier New" pitchFamily="49" charset="0"/>
                <a:ea typeface="MS Mincho" pitchFamily="49" charset="-128"/>
              </a:rPr>
              <a:t> </a:t>
            </a:r>
            <a:r>
              <a:rPr lang="ro-RO" sz="1800" b="1" dirty="0">
                <a:solidFill>
                  <a:srgbClr val="C00000"/>
                </a:solidFill>
                <a:latin typeface="Courier New" pitchFamily="49" charset="0"/>
                <a:ea typeface="MS Mincho" pitchFamily="49" charset="-128"/>
              </a:rPr>
              <a:t>4006c8</a:t>
            </a:r>
            <a:r>
              <a:rPr lang="ro-RO" sz="1800" dirty="0">
                <a:solidFill>
                  <a:srgbClr val="7030A0"/>
                </a:solidFill>
                <a:latin typeface="Courier New" pitchFamily="49" charset="0"/>
                <a:ea typeface="MS Mincho" pitchFamily="49" charset="-128"/>
              </a:rPr>
              <a:t>:       48 83 ec 08</a:t>
            </a: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B2B9907F-29FE-284C-B228-4B80A5DC582F}"/>
              </a:ext>
            </a:extLst>
          </p:cNvPr>
          <p:cNvGrpSpPr/>
          <p:nvPr/>
        </p:nvGrpSpPr>
        <p:grpSpPr>
          <a:xfrm>
            <a:off x="5562600" y="3331998"/>
            <a:ext cx="4800600" cy="1591295"/>
            <a:chOff x="4038600" y="3331997"/>
            <a:chExt cx="4800600" cy="1591295"/>
          </a:xfrm>
        </p:grpSpPr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12EF53D5-C73B-BC4F-8387-E86999A295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67400" y="3331997"/>
              <a:ext cx="15905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800" i="1" dirty="0">
                  <a:solidFill>
                    <a:srgbClr val="C00000"/>
                  </a:solidFill>
                  <a:latin typeface="Comic Sans MS" panose="030F0902030302020204" pitchFamily="66" charset="0"/>
                </a:rPr>
                <a:t>Target  Code</a:t>
              </a:r>
            </a:p>
          </p:txBody>
        </p:sp>
        <p:sp>
          <p:nvSpPr>
            <p:cNvPr id="79" name="Rectangle 4">
              <a:extLst>
                <a:ext uri="{FF2B5EF4-FFF2-40B4-BE49-F238E27FC236}">
                  <a16:creationId xmlns:a16="http://schemas.microsoft.com/office/drawing/2014/main" id="{50EFA6AE-848E-5944-A461-E8B9725AC1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8600" y="3725528"/>
              <a:ext cx="4800600" cy="1197764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lIns="90487" tIns="44450" rIns="90487" bIns="44450">
              <a:spAutoFit/>
            </a:bodyPr>
            <a:lstStyle/>
            <a:p>
              <a:pPr>
                <a:tabLst>
                  <a:tab pos="457200" algn="l"/>
                  <a:tab pos="1485900" algn="l"/>
                </a:tabLst>
              </a:pPr>
              <a:r>
                <a:rPr lang="en-US" sz="1800" dirty="0">
                  <a:latin typeface="Courier New" pitchFamily="49" charset="0"/>
                </a:rPr>
                <a:t>void smash() {</a:t>
              </a:r>
            </a:p>
            <a:p>
              <a:pPr>
                <a:tabLst>
                  <a:tab pos="457200" algn="l"/>
                  <a:tab pos="1485900" algn="l"/>
                </a:tabLst>
              </a:pPr>
              <a:r>
                <a:rPr lang="en-US" sz="1800" dirty="0">
                  <a:latin typeface="Courier New" pitchFamily="49" charset="0"/>
                </a:rPr>
                <a:t>  </a:t>
              </a:r>
              <a:r>
                <a:rPr lang="en-US" sz="1800" dirty="0" err="1">
                  <a:latin typeface="Courier New" pitchFamily="49" charset="0"/>
                </a:rPr>
                <a:t>printf</a:t>
              </a:r>
              <a:r>
                <a:rPr lang="en-US" sz="1800" dirty="0">
                  <a:latin typeface="Courier New" pitchFamily="49" charset="0"/>
                </a:rPr>
                <a:t>("I've been smashed!\n");</a:t>
              </a:r>
            </a:p>
            <a:p>
              <a:pPr>
                <a:tabLst>
                  <a:tab pos="457200" algn="l"/>
                  <a:tab pos="1485900" algn="l"/>
                </a:tabLst>
              </a:pPr>
              <a:r>
                <a:rPr lang="en-US" sz="1800" dirty="0">
                  <a:latin typeface="Courier New" pitchFamily="49" charset="0"/>
                </a:rPr>
                <a:t>  exit(0);</a:t>
              </a:r>
            </a:p>
            <a:p>
              <a:pPr>
                <a:tabLst>
                  <a:tab pos="457200" algn="l"/>
                  <a:tab pos="1485900" algn="l"/>
                </a:tabLst>
              </a:pPr>
              <a:r>
                <a:rPr lang="en-US" sz="1800" dirty="0">
                  <a:latin typeface="Courier New" pitchFamily="49" charset="0"/>
                </a:rPr>
                <a:t>}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72472088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Performing Stack Smash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F77DC1-03B5-B643-812F-9AE25B983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0" y="1524000"/>
            <a:ext cx="8305800" cy="2307520"/>
          </a:xfrm>
        </p:spPr>
        <p:txBody>
          <a:bodyPr>
            <a:normAutofit/>
          </a:bodyPr>
          <a:lstStyle/>
          <a:p>
            <a:r>
              <a:rPr lang="en-US" dirty="0"/>
              <a:t>Put hex sequence in file </a:t>
            </a:r>
            <a:r>
              <a:rPr lang="en-US" dirty="0">
                <a:solidFill>
                  <a:schemeClr val="accent6"/>
                </a:solidFill>
              </a:rPr>
              <a:t>smash-</a:t>
            </a:r>
            <a:r>
              <a:rPr lang="en-US" dirty="0" err="1">
                <a:solidFill>
                  <a:schemeClr val="accent6"/>
                </a:solidFill>
              </a:rPr>
              <a:t>hex.txt</a:t>
            </a:r>
            <a:endParaRPr lang="en-US" dirty="0">
              <a:solidFill>
                <a:schemeClr val="accent6"/>
              </a:solidFill>
            </a:endParaRPr>
          </a:p>
          <a:p>
            <a:r>
              <a:rPr lang="en-US" dirty="0"/>
              <a:t>Use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hexify</a:t>
            </a:r>
            <a:r>
              <a:rPr lang="en-US" dirty="0"/>
              <a:t> program to convert hex digits to characters</a:t>
            </a:r>
          </a:p>
          <a:p>
            <a:pPr lvl="1"/>
            <a:r>
              <a:rPr lang="en-US" dirty="0"/>
              <a:t>Some of them are non-printing</a:t>
            </a:r>
          </a:p>
          <a:p>
            <a:r>
              <a:rPr lang="en-US" dirty="0"/>
              <a:t>Provide as input to vulnerable program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3366B08D-D20F-9841-9970-6ADE748152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29600" y="6248400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31E6C9A-129B-7F48-9D65-CF071176AE39}" type="slidenum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93" name="Rectangle 4"/>
          <p:cNvSpPr>
            <a:spLocks noChangeArrowheads="1"/>
          </p:cNvSpPr>
          <p:nvPr/>
        </p:nvSpPr>
        <p:spPr bwMode="auto">
          <a:xfrm>
            <a:off x="1638300" y="3831520"/>
            <a:ext cx="8915400" cy="1567096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spAutoFit/>
          </a:bodyPr>
          <a:lstStyle/>
          <a:p>
            <a:pPr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</a:rPr>
              <a:t>$ </a:t>
            </a:r>
            <a:r>
              <a:rPr lang="en-US" sz="1600" i="1" dirty="0">
                <a:latin typeface="Courier New" pitchFamily="49" charset="0"/>
              </a:rPr>
              <a:t>cat smash-</a:t>
            </a:r>
            <a:r>
              <a:rPr lang="en-US" sz="1600" i="1" dirty="0" err="1">
                <a:latin typeface="Courier New" pitchFamily="49" charset="0"/>
              </a:rPr>
              <a:t>hex.txt</a:t>
            </a:r>
            <a:endParaRPr lang="en-US" sz="1600" i="1" dirty="0">
              <a:latin typeface="Courier New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</a:rPr>
              <a:t>30 31 32 33 34 35 36 37 38 39 30 31 32 33 34 35 36 37 38 39 30 31 32 33 c8 06 40 00 00 00 00 00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</a:rPr>
              <a:t>$ </a:t>
            </a:r>
            <a:r>
              <a:rPr lang="en-US" sz="1600" i="1" dirty="0">
                <a:latin typeface="Courier New" pitchFamily="49" charset="0"/>
              </a:rPr>
              <a:t>cat smash-</a:t>
            </a:r>
            <a:r>
              <a:rPr lang="en-US" sz="1600" i="1" dirty="0" err="1">
                <a:latin typeface="Courier New" pitchFamily="49" charset="0"/>
              </a:rPr>
              <a:t>hex.txt</a:t>
            </a:r>
            <a:r>
              <a:rPr lang="en-US" sz="1600" i="1" dirty="0">
                <a:latin typeface="Courier New" pitchFamily="49" charset="0"/>
              </a:rPr>
              <a:t> | ./</a:t>
            </a:r>
            <a:r>
              <a:rPr lang="en-US" sz="1600" i="1" dirty="0" err="1">
                <a:latin typeface="Courier New" pitchFamily="49" charset="0"/>
              </a:rPr>
              <a:t>hexify</a:t>
            </a:r>
            <a:r>
              <a:rPr lang="en-US" sz="1600" i="1" dirty="0">
                <a:latin typeface="Courier New" pitchFamily="49" charset="0"/>
              </a:rPr>
              <a:t> | ./</a:t>
            </a:r>
            <a:r>
              <a:rPr lang="en-US" sz="1600" i="1" dirty="0" err="1">
                <a:latin typeface="Courier New" pitchFamily="49" charset="0"/>
              </a:rPr>
              <a:t>bufdemo-nsp</a:t>
            </a:r>
            <a:endParaRPr lang="en-US" sz="1600" i="1" dirty="0">
              <a:latin typeface="Courier New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</a:rPr>
              <a:t>Type a string:012345678901234567890123?@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600" b="1" dirty="0">
                <a:solidFill>
                  <a:srgbClr val="FF0000"/>
                </a:solidFill>
                <a:latin typeface="Courier New" pitchFamily="49" charset="0"/>
              </a:rPr>
              <a:t>I've been smashed!</a:t>
            </a:r>
          </a:p>
        </p:txBody>
      </p:sp>
      <p:sp>
        <p:nvSpPr>
          <p:cNvPr id="88" name="Rectangle 4">
            <a:extLst>
              <a:ext uri="{FF2B5EF4-FFF2-40B4-BE49-F238E27FC236}">
                <a16:creationId xmlns:a16="http://schemas.microsoft.com/office/drawing/2014/main" id="{E52DE286-16D4-9D44-8EAC-9FC4D7DAD8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9550" y="5580194"/>
            <a:ext cx="4229100" cy="1074653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spAutoFit/>
          </a:bodyPr>
          <a:lstStyle/>
          <a:p>
            <a:pPr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</a:rPr>
              <a:t>void smash() {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600" b="1" dirty="0">
                <a:solidFill>
                  <a:srgbClr val="FF0000"/>
                </a:solidFill>
                <a:latin typeface="Courier New" pitchFamily="49" charset="0"/>
              </a:rPr>
              <a:t>  </a:t>
            </a:r>
            <a:r>
              <a:rPr lang="en-US" sz="1600" b="1" dirty="0" err="1">
                <a:solidFill>
                  <a:srgbClr val="FF0000"/>
                </a:solidFill>
                <a:latin typeface="Courier New" pitchFamily="49" charset="0"/>
              </a:rPr>
              <a:t>printf</a:t>
            </a:r>
            <a:r>
              <a:rPr lang="en-US" sz="1600" b="1" dirty="0">
                <a:solidFill>
                  <a:srgbClr val="FF0000"/>
                </a:solidFill>
                <a:latin typeface="Courier New" pitchFamily="49" charset="0"/>
              </a:rPr>
              <a:t>("I've been smashed!\n");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</a:rPr>
              <a:t>  exit(0);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</a:rPr>
              <a:t>}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0373F6-14A3-5841-AE3C-28F6CE95BD29}"/>
              </a:ext>
            </a:extLst>
          </p:cNvPr>
          <p:cNvSpPr/>
          <p:nvPr/>
        </p:nvSpPr>
        <p:spPr>
          <a:xfrm>
            <a:off x="8077200" y="862615"/>
            <a:ext cx="380745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dirty="0">
                <a:latin typeface="Comic Sans MS" panose="030F0902030302020204" pitchFamily="66" charset="0"/>
                <a:cs typeface="Arial" panose="020B0604020202020204" pitchFamily="34" charset="0"/>
              </a:rPr>
              <a:t>Code example to try on Thoth!</a:t>
            </a:r>
            <a:endParaRPr lang="en-US" sz="1600" dirty="0">
              <a:latin typeface="Comic Sans MS" panose="030F0902030302020204" pitchFamily="66" charset="0"/>
              <a:cs typeface="Arial" panose="020B0604020202020204" pitchFamily="34" charset="0"/>
            </a:endParaRPr>
          </a:p>
          <a:p>
            <a:pPr algn="ctr"/>
            <a:r>
              <a:rPr lang="en-US" sz="2000" dirty="0">
                <a:latin typeface="Comic Sans MS" panose="030F0902030302020204" pitchFamily="66" charset="0"/>
                <a:cs typeface="Arial" panose="020B0604020202020204" pitchFamily="34" charset="0"/>
                <a:hlinkClick r:id="rId3"/>
              </a:rPr>
              <a:t>https://bit.ly/3eWwndQ</a:t>
            </a:r>
          </a:p>
        </p:txBody>
      </p:sp>
    </p:spTree>
    <p:extLst>
      <p:ext uri="{BB962C8B-B14F-4D97-AF65-F5344CB8AC3E}">
        <p14:creationId xmlns:p14="http://schemas.microsoft.com/office/powerpoint/2010/main" val="371120985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93" grpId="0" uiExpand="1" build="p" animBg="1"/>
      <p:bldP spid="8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2F331-3CF1-3943-A138-D5E94A2FD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Injection Attacks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5703887"/>
            <a:ext cx="8305800" cy="1001714"/>
          </a:xfrm>
        </p:spPr>
        <p:txBody>
          <a:bodyPr anchor="ctr">
            <a:normAutofit fontScale="70000" lnSpcReduction="20000"/>
          </a:bodyPr>
          <a:lstStyle/>
          <a:p>
            <a:pPr marL="160338" defTabSz="895350" eaLnBrk="1" hangingPunct="1">
              <a:lnSpc>
                <a:spcPct val="120000"/>
              </a:lnSpc>
            </a:pPr>
            <a:r>
              <a:rPr lang="en-US" sz="2000" dirty="0"/>
              <a:t>Input string contains </a:t>
            </a:r>
            <a:r>
              <a:rPr lang="en-US" sz="2000" dirty="0">
                <a:solidFill>
                  <a:schemeClr val="accent6"/>
                </a:solidFill>
              </a:rPr>
              <a:t>byte representation </a:t>
            </a:r>
            <a:r>
              <a:rPr lang="en-US" sz="2000" dirty="0"/>
              <a:t>of executable code</a:t>
            </a:r>
          </a:p>
          <a:p>
            <a:pPr marL="160338" defTabSz="895350" eaLnBrk="1" hangingPunct="1">
              <a:lnSpc>
                <a:spcPct val="120000"/>
              </a:lnSpc>
            </a:pPr>
            <a:r>
              <a:rPr lang="en-US" sz="2000" dirty="0"/>
              <a:t>Overwrite return address </a:t>
            </a:r>
            <a:r>
              <a:rPr lang="en-US" sz="2000" dirty="0">
                <a:solidFill>
                  <a:srgbClr val="C00000"/>
                </a:solidFill>
              </a:rPr>
              <a:t>A</a:t>
            </a:r>
            <a:r>
              <a:rPr lang="en-US" sz="2000" dirty="0"/>
              <a:t> with address of buffer </a:t>
            </a:r>
            <a:r>
              <a:rPr lang="en-US" sz="2000" dirty="0">
                <a:solidFill>
                  <a:srgbClr val="C00000"/>
                </a:solidFill>
              </a:rPr>
              <a:t>B</a:t>
            </a:r>
          </a:p>
          <a:p>
            <a:pPr marL="160338" defTabSz="895350" eaLnBrk="1" hangingPunct="1">
              <a:lnSpc>
                <a:spcPct val="120000"/>
              </a:lnSpc>
            </a:pPr>
            <a:r>
              <a:rPr lang="en-US" sz="2000" dirty="0"/>
              <a:t>When </a:t>
            </a:r>
            <a:r>
              <a:rPr lang="en-US" sz="2000" dirty="0">
                <a:latin typeface="Courier New" pitchFamily="49" charset="0"/>
              </a:rPr>
              <a:t>Q</a:t>
            </a:r>
            <a:r>
              <a:rPr lang="en-US" sz="2000" dirty="0"/>
              <a:t> executes</a:t>
            </a:r>
            <a:r>
              <a:rPr lang="en-US" sz="2000" dirty="0">
                <a:latin typeface="Courier New" pitchFamily="49" charset="0"/>
              </a:rPr>
              <a:t> ret</a:t>
            </a:r>
            <a:r>
              <a:rPr lang="en-US" sz="2000" dirty="0"/>
              <a:t>, will jump to exploit code</a:t>
            </a:r>
          </a:p>
        </p:txBody>
      </p:sp>
      <p:sp>
        <p:nvSpPr>
          <p:cNvPr id="25" name="Rectangle 6">
            <a:extLst>
              <a:ext uri="{FF2B5EF4-FFF2-40B4-BE49-F238E27FC236}">
                <a16:creationId xmlns:a16="http://schemas.microsoft.com/office/drawing/2014/main" id="{F8B97037-A99A-314F-951B-EAB3C420EB2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29600" y="6248400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31E6C9A-129B-7F48-9D65-CF071176AE39}" type="slidenum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30724" name="Rectangle 4"/>
          <p:cNvSpPr>
            <a:spLocks noChangeArrowheads="1"/>
          </p:cNvSpPr>
          <p:nvPr/>
        </p:nvSpPr>
        <p:spPr bwMode="auto">
          <a:xfrm>
            <a:off x="2057400" y="3355976"/>
            <a:ext cx="2438400" cy="1749425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/>
          <a:p>
            <a:pPr>
              <a:tabLst>
                <a:tab pos="457200" algn="l"/>
                <a:tab pos="1485900" algn="l"/>
              </a:tabLst>
            </a:pPr>
            <a:r>
              <a:rPr lang="en-US" sz="1800" dirty="0" err="1">
                <a:latin typeface="Courier New" pitchFamily="49" charset="0"/>
              </a:rPr>
              <a:t>int</a:t>
            </a:r>
            <a:r>
              <a:rPr lang="en-US" sz="1800" dirty="0">
                <a:latin typeface="Courier New" pitchFamily="49" charset="0"/>
              </a:rPr>
              <a:t> Q() {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char </a:t>
            </a:r>
            <a:r>
              <a:rPr lang="en-US" sz="1800" dirty="0" err="1">
                <a:latin typeface="Courier New" pitchFamily="49" charset="0"/>
              </a:rPr>
              <a:t>buf</a:t>
            </a:r>
            <a:r>
              <a:rPr lang="en-US" sz="1800" dirty="0">
                <a:latin typeface="Courier New" pitchFamily="49" charset="0"/>
              </a:rPr>
              <a:t>[64]; 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</a:t>
            </a:r>
            <a:r>
              <a:rPr lang="en-US" sz="1800" dirty="0">
                <a:solidFill>
                  <a:srgbClr val="C00000"/>
                </a:solidFill>
                <a:latin typeface="Courier New" pitchFamily="49" charset="0"/>
              </a:rPr>
              <a:t>gets(</a:t>
            </a:r>
            <a:r>
              <a:rPr lang="en-US" sz="1800" dirty="0" err="1">
                <a:solidFill>
                  <a:srgbClr val="C00000"/>
                </a:solidFill>
                <a:latin typeface="Courier New" pitchFamily="49" charset="0"/>
              </a:rPr>
              <a:t>buf</a:t>
            </a:r>
            <a:r>
              <a:rPr lang="en-US" sz="1800" dirty="0">
                <a:solidFill>
                  <a:srgbClr val="C00000"/>
                </a:solidFill>
                <a:latin typeface="Courier New" pitchFamily="49" charset="0"/>
              </a:rPr>
              <a:t>); 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...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return ...; 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}</a:t>
            </a:r>
          </a:p>
        </p:txBody>
      </p:sp>
      <p:sp>
        <p:nvSpPr>
          <p:cNvPr id="30725" name="Rectangle 5"/>
          <p:cNvSpPr>
            <a:spLocks noChangeArrowheads="1"/>
          </p:cNvSpPr>
          <p:nvPr/>
        </p:nvSpPr>
        <p:spPr bwMode="auto">
          <a:xfrm>
            <a:off x="2057400" y="1911350"/>
            <a:ext cx="1828800" cy="120015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/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void P(){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Q();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solidFill>
                  <a:srgbClr val="C00000"/>
                </a:solidFill>
                <a:latin typeface="Courier New" pitchFamily="49" charset="0"/>
              </a:rPr>
              <a:t>A:</a:t>
            </a:r>
            <a:r>
              <a:rPr lang="en-US" sz="1800" dirty="0">
                <a:latin typeface="Courier New" pitchFamily="49" charset="0"/>
              </a:rPr>
              <a:t>  </a:t>
            </a:r>
            <a:r>
              <a:rPr lang="en-US" sz="1800" dirty="0">
                <a:solidFill>
                  <a:srgbClr val="C00000"/>
                </a:solidFill>
                <a:latin typeface="Courier New" pitchFamily="49" charset="0"/>
              </a:rPr>
              <a:t>...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}</a:t>
            </a:r>
          </a:p>
        </p:txBody>
      </p:sp>
      <p:sp>
        <p:nvSpPr>
          <p:cNvPr id="30730" name="Text Box 12"/>
          <p:cNvSpPr txBox="1">
            <a:spLocks noChangeArrowheads="1"/>
          </p:cNvSpPr>
          <p:nvPr/>
        </p:nvSpPr>
        <p:spPr bwMode="auto">
          <a:xfrm>
            <a:off x="4069012" y="2453352"/>
            <a:ext cx="2179388" cy="36933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0" hangingPunct="0"/>
            <a:r>
              <a:rPr lang="en-US" sz="1800" dirty="0">
                <a:latin typeface="Comic Sans MS" panose="030F0902030302020204" pitchFamily="66" charset="0"/>
              </a:rPr>
              <a:t>Return address </a:t>
            </a:r>
            <a:r>
              <a:rPr lang="en-US" sz="1800" dirty="0">
                <a:solidFill>
                  <a:srgbClr val="C00000"/>
                </a:solidFill>
                <a:latin typeface="Comic Sans MS" panose="030F0902030302020204" pitchFamily="66" charset="0"/>
              </a:rPr>
              <a:t>A</a:t>
            </a:r>
          </a:p>
        </p:txBody>
      </p:sp>
      <p:sp>
        <p:nvSpPr>
          <p:cNvPr id="30731" name="Line 13"/>
          <p:cNvSpPr>
            <a:spLocks noChangeShapeType="1"/>
          </p:cNvSpPr>
          <p:nvPr/>
        </p:nvSpPr>
        <p:spPr bwMode="auto">
          <a:xfrm flipH="1">
            <a:off x="3276601" y="2670175"/>
            <a:ext cx="6889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0726" name="Text Box 6"/>
          <p:cNvSpPr txBox="1">
            <a:spLocks noChangeArrowheads="1"/>
          </p:cNvSpPr>
          <p:nvPr/>
        </p:nvSpPr>
        <p:spPr bwMode="auto">
          <a:xfrm>
            <a:off x="6777442" y="1445212"/>
            <a:ext cx="3094117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800" dirty="0">
                <a:latin typeface="Comic Sans MS" panose="030F0902030302020204" pitchFamily="66" charset="0"/>
              </a:rPr>
              <a:t>Stack after call to </a:t>
            </a:r>
            <a:r>
              <a:rPr lang="en-US" sz="1800" dirty="0">
                <a:latin typeface="Courier New" pitchFamily="49" charset="0"/>
              </a:rPr>
              <a:t>gets()</a:t>
            </a:r>
          </a:p>
        </p:txBody>
      </p:sp>
      <p:sp>
        <p:nvSpPr>
          <p:cNvPr id="365575" name="Rectangle 7"/>
          <p:cNvSpPr>
            <a:spLocks noChangeArrowheads="1"/>
          </p:cNvSpPr>
          <p:nvPr/>
        </p:nvSpPr>
        <p:spPr bwMode="auto">
          <a:xfrm>
            <a:off x="7372754" y="3100386"/>
            <a:ext cx="1066800" cy="381000"/>
          </a:xfrm>
          <a:prstGeom prst="rect">
            <a:avLst/>
          </a:prstGeom>
          <a:solidFill>
            <a:srgbClr val="A8E799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r>
              <a:rPr lang="en-US" sz="1800" strike="sngStrike" dirty="0">
                <a:solidFill>
                  <a:srgbClr val="C00000"/>
                </a:solidFill>
                <a:latin typeface="Calibri" pitchFamily="34" charset="0"/>
              </a:rPr>
              <a:t>A</a:t>
            </a:r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 B</a:t>
            </a:r>
          </a:p>
        </p:txBody>
      </p:sp>
      <p:sp>
        <p:nvSpPr>
          <p:cNvPr id="365576" name="Rectangle 8"/>
          <p:cNvSpPr>
            <a:spLocks noChangeArrowheads="1"/>
          </p:cNvSpPr>
          <p:nvPr/>
        </p:nvSpPr>
        <p:spPr bwMode="auto">
          <a:xfrm>
            <a:off x="7372754" y="1881187"/>
            <a:ext cx="1066800" cy="155892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endParaRPr lang="en-US" sz="1800" dirty="0">
              <a:latin typeface="Calibri" pitchFamily="34" charset="0"/>
            </a:endParaRPr>
          </a:p>
        </p:txBody>
      </p:sp>
      <p:sp>
        <p:nvSpPr>
          <p:cNvPr id="365579" name="Rectangle 11"/>
          <p:cNvSpPr>
            <a:spLocks noChangeArrowheads="1"/>
          </p:cNvSpPr>
          <p:nvPr/>
        </p:nvSpPr>
        <p:spPr bwMode="auto">
          <a:xfrm>
            <a:off x="7372754" y="3437427"/>
            <a:ext cx="1066800" cy="21902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endParaRPr lang="en-US" sz="1800" dirty="0">
              <a:latin typeface="Calibri" pitchFamily="34" charset="0"/>
            </a:endParaRPr>
          </a:p>
          <a:p>
            <a:pPr eaLnBrk="0" hangingPunct="0">
              <a:defRPr/>
            </a:pPr>
            <a:endParaRPr lang="en-US" sz="1800" dirty="0">
              <a:latin typeface="Calibri" pitchFamily="34" charset="0"/>
            </a:endParaRPr>
          </a:p>
        </p:txBody>
      </p:sp>
      <p:sp>
        <p:nvSpPr>
          <p:cNvPr id="30732" name="Text Box 14"/>
          <p:cNvSpPr txBox="1">
            <a:spLocks noChangeArrowheads="1"/>
          </p:cNvSpPr>
          <p:nvPr/>
        </p:nvSpPr>
        <p:spPr bwMode="auto">
          <a:xfrm>
            <a:off x="8807855" y="2304533"/>
            <a:ext cx="1765227" cy="36933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1800" dirty="0">
                <a:latin typeface="Courier New" pitchFamily="49" charset="0"/>
              </a:rPr>
              <a:t>P </a:t>
            </a:r>
            <a:r>
              <a:rPr lang="en-US" sz="1800" dirty="0">
                <a:latin typeface="Comic Sans MS" panose="030F0902030302020204" pitchFamily="66" charset="0"/>
              </a:rPr>
              <a:t>stack frame</a:t>
            </a:r>
          </a:p>
        </p:txBody>
      </p:sp>
      <p:sp>
        <p:nvSpPr>
          <p:cNvPr id="30733" name="Text Box 15"/>
          <p:cNvSpPr txBox="1">
            <a:spLocks noChangeArrowheads="1"/>
          </p:cNvSpPr>
          <p:nvPr/>
        </p:nvSpPr>
        <p:spPr bwMode="auto">
          <a:xfrm>
            <a:off x="8807854" y="4378601"/>
            <a:ext cx="1680268" cy="36933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1800" dirty="0">
                <a:latin typeface="Courier New" pitchFamily="49" charset="0"/>
              </a:rPr>
              <a:t>Q</a:t>
            </a:r>
            <a:r>
              <a:rPr lang="en-US" sz="1800" dirty="0">
                <a:latin typeface="Calibri" pitchFamily="34" charset="0"/>
              </a:rPr>
              <a:t> </a:t>
            </a:r>
            <a:r>
              <a:rPr lang="en-US" sz="1800" dirty="0">
                <a:latin typeface="Comic Sans MS" panose="030F0902030302020204" pitchFamily="66" charset="0"/>
              </a:rPr>
              <a:t>stack frame</a:t>
            </a:r>
          </a:p>
        </p:txBody>
      </p:sp>
      <p:sp>
        <p:nvSpPr>
          <p:cNvPr id="30734" name="Text Box 16"/>
          <p:cNvSpPr txBox="1">
            <a:spLocks noChangeArrowheads="1"/>
          </p:cNvSpPr>
          <p:nvPr/>
        </p:nvSpPr>
        <p:spPr bwMode="auto">
          <a:xfrm>
            <a:off x="6553200" y="4812353"/>
            <a:ext cx="330540" cy="36933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1800" dirty="0">
                <a:solidFill>
                  <a:srgbClr val="C00000"/>
                </a:solidFill>
                <a:latin typeface="Comic Sans MS" panose="030F0902030302020204" pitchFamily="66" charset="0"/>
              </a:rPr>
              <a:t>B</a:t>
            </a:r>
          </a:p>
        </p:txBody>
      </p:sp>
      <p:sp>
        <p:nvSpPr>
          <p:cNvPr id="30735" name="Line 17"/>
          <p:cNvSpPr>
            <a:spLocks noChangeShapeType="1"/>
          </p:cNvSpPr>
          <p:nvPr/>
        </p:nvSpPr>
        <p:spPr bwMode="auto">
          <a:xfrm>
            <a:off x="6845301" y="4999401"/>
            <a:ext cx="396875" cy="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triangle" w="med" len="med"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65586" name="Rectangle 18"/>
          <p:cNvSpPr>
            <a:spLocks noChangeArrowheads="1"/>
          </p:cNvSpPr>
          <p:nvPr/>
        </p:nvSpPr>
        <p:spPr bwMode="auto">
          <a:xfrm>
            <a:off x="7372754" y="4359274"/>
            <a:ext cx="1066800" cy="646112"/>
          </a:xfrm>
          <a:prstGeom prst="rect">
            <a:avLst/>
          </a:prstGeom>
          <a:solidFill>
            <a:srgbClr val="F1C7C7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 eaLnBrk="0" hangingPunct="0">
              <a:defRPr/>
            </a:pPr>
            <a:r>
              <a:rPr lang="en-US" sz="1800" i="1" dirty="0">
                <a:solidFill>
                  <a:schemeClr val="accent6"/>
                </a:solidFill>
                <a:latin typeface="Comic Sans MS" panose="030F0902030302020204" pitchFamily="66" charset="0"/>
              </a:rPr>
              <a:t>exploit</a:t>
            </a:r>
          </a:p>
          <a:p>
            <a:pPr algn="ctr" eaLnBrk="0" hangingPunct="0">
              <a:defRPr/>
            </a:pPr>
            <a:r>
              <a:rPr lang="en-US" sz="1800" i="1" dirty="0">
                <a:solidFill>
                  <a:schemeClr val="accent6"/>
                </a:solidFill>
                <a:latin typeface="Comic Sans MS" panose="030F0902030302020204" pitchFamily="66" charset="0"/>
              </a:rPr>
              <a:t>code</a:t>
            </a:r>
          </a:p>
        </p:txBody>
      </p:sp>
      <p:sp>
        <p:nvSpPr>
          <p:cNvPr id="30738" name="Text Box 21"/>
          <p:cNvSpPr txBox="1">
            <a:spLocks noChangeArrowheads="1"/>
          </p:cNvSpPr>
          <p:nvPr/>
        </p:nvSpPr>
        <p:spPr bwMode="auto">
          <a:xfrm>
            <a:off x="5334000" y="3732103"/>
            <a:ext cx="1645054" cy="646331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0" hangingPunct="0"/>
            <a:r>
              <a:rPr lang="en-US" sz="1800" dirty="0">
                <a:latin typeface="Comic Sans MS" panose="030F0902030302020204" pitchFamily="66" charset="0"/>
              </a:rPr>
              <a:t>data written</a:t>
            </a:r>
          </a:p>
          <a:p>
            <a:pPr eaLnBrk="0" hangingPunct="0"/>
            <a:r>
              <a:rPr lang="en-US" sz="1800" dirty="0">
                <a:latin typeface="Comic Sans MS" panose="030F0902030302020204" pitchFamily="66" charset="0"/>
              </a:rPr>
              <a:t>by </a:t>
            </a:r>
            <a:r>
              <a:rPr lang="en-US" sz="1800" dirty="0">
                <a:latin typeface="Courier New" pitchFamily="49" charset="0"/>
              </a:rPr>
              <a:t>gets()</a:t>
            </a:r>
          </a:p>
        </p:txBody>
      </p:sp>
      <p:sp>
        <p:nvSpPr>
          <p:cNvPr id="30739" name="AutoShape 16"/>
          <p:cNvSpPr>
            <a:spLocks/>
          </p:cNvSpPr>
          <p:nvPr/>
        </p:nvSpPr>
        <p:spPr bwMode="auto">
          <a:xfrm rot="10800000">
            <a:off x="8537979" y="1881186"/>
            <a:ext cx="228600" cy="1600200"/>
          </a:xfrm>
          <a:prstGeom prst="leftBrace">
            <a:avLst>
              <a:gd name="adj1" fmla="val 74991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 sz="1800">
              <a:latin typeface="Calibri" pitchFamily="34" charset="0"/>
            </a:endParaRPr>
          </a:p>
        </p:txBody>
      </p:sp>
      <p:sp>
        <p:nvSpPr>
          <p:cNvPr id="30740" name="AutoShape 16"/>
          <p:cNvSpPr>
            <a:spLocks/>
          </p:cNvSpPr>
          <p:nvPr/>
        </p:nvSpPr>
        <p:spPr bwMode="auto">
          <a:xfrm rot="10800000">
            <a:off x="8537979" y="3481387"/>
            <a:ext cx="228600" cy="2157413"/>
          </a:xfrm>
          <a:prstGeom prst="leftBrace">
            <a:avLst>
              <a:gd name="adj1" fmla="val 74976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 sz="1800">
              <a:latin typeface="Calibri" pitchFamily="34" charset="0"/>
            </a:endParaRPr>
          </a:p>
        </p:txBody>
      </p:sp>
      <p:sp>
        <p:nvSpPr>
          <p:cNvPr id="30741" name="AutoShape 16"/>
          <p:cNvSpPr>
            <a:spLocks/>
          </p:cNvSpPr>
          <p:nvPr/>
        </p:nvSpPr>
        <p:spPr bwMode="auto">
          <a:xfrm rot="10800000" flipH="1">
            <a:off x="7086602" y="3035299"/>
            <a:ext cx="222653" cy="1964101"/>
          </a:xfrm>
          <a:prstGeom prst="leftBrace">
            <a:avLst>
              <a:gd name="adj1" fmla="val 75000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 sz="1800">
              <a:latin typeface="Calibri" pitchFamily="34" charset="0"/>
            </a:endParaRPr>
          </a:p>
        </p:txBody>
      </p:sp>
      <p:sp>
        <p:nvSpPr>
          <p:cNvPr id="365587" name="Rectangle 19"/>
          <p:cNvSpPr>
            <a:spLocks noChangeArrowheads="1"/>
          </p:cNvSpPr>
          <p:nvPr/>
        </p:nvSpPr>
        <p:spPr bwMode="auto">
          <a:xfrm>
            <a:off x="7372755" y="3440112"/>
            <a:ext cx="1065213" cy="936625"/>
          </a:xfrm>
          <a:prstGeom prst="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en-US" sz="1800" dirty="0">
                <a:latin typeface="Comic Sans MS" panose="030F0902030302020204" pitchFamily="66" charset="0"/>
              </a:rPr>
              <a:t>pad</a:t>
            </a:r>
          </a:p>
        </p:txBody>
      </p:sp>
      <p:sp>
        <p:nvSpPr>
          <p:cNvPr id="27" name="Rectangle 7"/>
          <p:cNvSpPr>
            <a:spLocks noChangeArrowheads="1"/>
          </p:cNvSpPr>
          <p:nvPr/>
        </p:nvSpPr>
        <p:spPr bwMode="auto">
          <a:xfrm>
            <a:off x="7377638" y="3056426"/>
            <a:ext cx="1066800" cy="381000"/>
          </a:xfrm>
          <a:prstGeom prst="rect">
            <a:avLst/>
          </a:prstGeom>
          <a:solidFill>
            <a:srgbClr val="A8E799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sz="1800" dirty="0">
                <a:solidFill>
                  <a:srgbClr val="C00000"/>
                </a:solidFill>
                <a:latin typeface="Comic Sans MS" panose="030F0902030302020204" pitchFamily="66" charset="0"/>
              </a:rPr>
              <a:t>A</a:t>
            </a:r>
          </a:p>
        </p:txBody>
      </p:sp>
      <p:sp>
        <p:nvSpPr>
          <p:cNvPr id="23" name="Rectangle 7"/>
          <p:cNvSpPr>
            <a:spLocks noChangeArrowheads="1"/>
          </p:cNvSpPr>
          <p:nvPr/>
        </p:nvSpPr>
        <p:spPr bwMode="auto">
          <a:xfrm>
            <a:off x="7371167" y="3064636"/>
            <a:ext cx="1066800" cy="381000"/>
          </a:xfrm>
          <a:prstGeom prst="rect">
            <a:avLst/>
          </a:prstGeom>
          <a:solidFill>
            <a:srgbClr val="A8E799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sz="1800" dirty="0">
                <a:solidFill>
                  <a:srgbClr val="C00000"/>
                </a:solidFill>
                <a:latin typeface="Comic Sans MS" panose="030F0902030302020204" pitchFamily="66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18782481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uiExpand="1" build="p"/>
      <p:bldP spid="30724" grpId="0" animBg="1"/>
      <p:bldP spid="30730" grpId="0"/>
      <p:bldP spid="30731" grpId="0" animBg="1"/>
      <p:bldP spid="30726" grpId="0"/>
      <p:bldP spid="30733" grpId="0"/>
      <p:bldP spid="30734" grpId="0"/>
      <p:bldP spid="30735" grpId="0" animBg="1"/>
      <p:bldP spid="365586" grpId="0" animBg="1"/>
      <p:bldP spid="30738" grpId="0"/>
      <p:bldP spid="30740" grpId="0" animBg="1"/>
      <p:bldP spid="30741" grpId="0" animBg="1"/>
      <p:bldP spid="365587" grpId="0" animBg="1"/>
      <p:bldP spid="27" grpId="0" animBg="1"/>
      <p:bldP spid="2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The Attack Code Execute?</a:t>
            </a:r>
          </a:p>
        </p:txBody>
      </p:sp>
      <p:sp>
        <p:nvSpPr>
          <p:cNvPr id="67" name="Rectangle 6">
            <a:extLst>
              <a:ext uri="{FF2B5EF4-FFF2-40B4-BE49-F238E27FC236}">
                <a16:creationId xmlns:a16="http://schemas.microsoft.com/office/drawing/2014/main" id="{73425173-7B0A-5A4F-BEE0-E14C3863D91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29600" y="6248400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31E6C9A-129B-7F48-9D65-CF071176AE39}" type="slidenum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348180" name="Rectangle 20"/>
          <p:cNvSpPr>
            <a:spLocks noChangeArrowheads="1"/>
          </p:cNvSpPr>
          <p:nvPr/>
        </p:nvSpPr>
        <p:spPr bwMode="auto">
          <a:xfrm>
            <a:off x="6700716" y="1677632"/>
            <a:ext cx="1447800" cy="4953554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348181" name="Rectangle 21"/>
          <p:cNvSpPr>
            <a:spLocks noChangeArrowheads="1"/>
          </p:cNvSpPr>
          <p:nvPr/>
        </p:nvSpPr>
        <p:spPr bwMode="auto">
          <a:xfrm>
            <a:off x="6700716" y="1664732"/>
            <a:ext cx="1447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sz="1800" dirty="0">
                <a:latin typeface="Comic Sans MS" panose="030F0902030302020204" pitchFamily="66" charset="0"/>
              </a:rPr>
              <a:t>Stack</a:t>
            </a:r>
          </a:p>
        </p:txBody>
      </p:sp>
      <p:sp>
        <p:nvSpPr>
          <p:cNvPr id="10249" name="Rectangle 23"/>
          <p:cNvSpPr>
            <a:spLocks noChangeArrowheads="1"/>
          </p:cNvSpPr>
          <p:nvPr/>
        </p:nvSpPr>
        <p:spPr bwMode="auto">
          <a:xfrm>
            <a:off x="6700716" y="6008132"/>
            <a:ext cx="1447800" cy="304800"/>
          </a:xfrm>
          <a:prstGeom prst="rect">
            <a:avLst/>
          </a:prstGeom>
          <a:solidFill>
            <a:srgbClr val="F6F5B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800">
                <a:latin typeface="Comic Sans MS" panose="030F0902030302020204" pitchFamily="66" charset="0"/>
              </a:rPr>
              <a:t>Text</a:t>
            </a:r>
          </a:p>
        </p:txBody>
      </p:sp>
      <p:sp>
        <p:nvSpPr>
          <p:cNvPr id="10250" name="Rectangle 24"/>
          <p:cNvSpPr>
            <a:spLocks noChangeArrowheads="1"/>
          </p:cNvSpPr>
          <p:nvPr/>
        </p:nvSpPr>
        <p:spPr bwMode="auto">
          <a:xfrm>
            <a:off x="6700716" y="5703332"/>
            <a:ext cx="1447800" cy="304800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800">
                <a:latin typeface="Comic Sans MS" panose="030F0902030302020204" pitchFamily="66" charset="0"/>
              </a:rPr>
              <a:t>Data</a:t>
            </a:r>
          </a:p>
        </p:txBody>
      </p:sp>
      <p:sp>
        <p:nvSpPr>
          <p:cNvPr id="10251" name="Rectangle 25"/>
          <p:cNvSpPr>
            <a:spLocks noChangeArrowheads="1"/>
          </p:cNvSpPr>
          <p:nvPr/>
        </p:nvSpPr>
        <p:spPr bwMode="auto">
          <a:xfrm>
            <a:off x="6700716" y="5096352"/>
            <a:ext cx="1447800" cy="606980"/>
          </a:xfrm>
          <a:prstGeom prst="rect">
            <a:avLst/>
          </a:prstGeom>
          <a:solidFill>
            <a:srgbClr val="D5F1C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800" dirty="0">
                <a:latin typeface="Comic Sans MS" panose="030F0902030302020204" pitchFamily="66" charset="0"/>
              </a:rPr>
              <a:t>Heap</a:t>
            </a:r>
          </a:p>
        </p:txBody>
      </p:sp>
      <p:cxnSp>
        <p:nvCxnSpPr>
          <p:cNvPr id="18" name="Straight Connector 17"/>
          <p:cNvCxnSpPr/>
          <p:nvPr/>
        </p:nvCxnSpPr>
        <p:spPr bwMode="auto">
          <a:xfrm>
            <a:off x="6700716" y="2729946"/>
            <a:ext cx="1447800" cy="1587"/>
          </a:xfrm>
          <a:prstGeom prst="line">
            <a:avLst/>
          </a:prstGeom>
          <a:noFill/>
          <a:ln w="254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2" name="Rectangle 25"/>
          <p:cNvSpPr>
            <a:spLocks noChangeArrowheads="1"/>
          </p:cNvSpPr>
          <p:nvPr/>
        </p:nvSpPr>
        <p:spPr bwMode="auto">
          <a:xfrm>
            <a:off x="6700716" y="3724752"/>
            <a:ext cx="1447800" cy="609600"/>
          </a:xfrm>
          <a:prstGeom prst="rect">
            <a:avLst/>
          </a:prstGeom>
          <a:solidFill>
            <a:srgbClr val="D5F1C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800" dirty="0">
                <a:latin typeface="Comic Sans MS" panose="030F0902030302020204" pitchFamily="66" charset="0"/>
              </a:rPr>
              <a:t>Shared</a:t>
            </a:r>
          </a:p>
          <a:p>
            <a:pPr algn="ctr" eaLnBrk="0" hangingPunct="0"/>
            <a:r>
              <a:rPr lang="en-US" sz="1800" dirty="0">
                <a:latin typeface="Comic Sans MS" panose="030F0902030302020204" pitchFamily="66" charset="0"/>
              </a:rPr>
              <a:t>Libraries</a:t>
            </a:r>
          </a:p>
        </p:txBody>
      </p:sp>
      <p:sp>
        <p:nvSpPr>
          <p:cNvPr id="38" name="Rectangle 4"/>
          <p:cNvSpPr>
            <a:spLocks noChangeArrowheads="1"/>
          </p:cNvSpPr>
          <p:nvPr/>
        </p:nvSpPr>
        <p:spPr bwMode="auto">
          <a:xfrm>
            <a:off x="2057400" y="3810838"/>
            <a:ext cx="2971800" cy="1751762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spAutoFit/>
          </a:bodyPr>
          <a:lstStyle/>
          <a:p>
            <a:pPr>
              <a:tabLst>
                <a:tab pos="457200" algn="l"/>
                <a:tab pos="1485900" algn="l"/>
              </a:tabLst>
            </a:pPr>
            <a:r>
              <a:rPr lang="en-US" sz="1800" dirty="0" err="1">
                <a:latin typeface="Courier New" pitchFamily="49" charset="0"/>
              </a:rPr>
              <a:t>int</a:t>
            </a:r>
            <a:r>
              <a:rPr lang="en-US" sz="1800" dirty="0">
                <a:latin typeface="Courier New" pitchFamily="49" charset="0"/>
              </a:rPr>
              <a:t> Q() {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char </a:t>
            </a:r>
            <a:r>
              <a:rPr lang="en-US" sz="1800" dirty="0" err="1">
                <a:latin typeface="Courier New" pitchFamily="49" charset="0"/>
              </a:rPr>
              <a:t>buf</a:t>
            </a:r>
            <a:r>
              <a:rPr lang="en-US" sz="1800" dirty="0">
                <a:latin typeface="Courier New" pitchFamily="49" charset="0"/>
              </a:rPr>
              <a:t>[64]; 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</a:t>
            </a:r>
            <a:r>
              <a:rPr lang="en-US" sz="1800" dirty="0">
                <a:solidFill>
                  <a:srgbClr val="0070C0"/>
                </a:solidFill>
                <a:latin typeface="Courier New" pitchFamily="49" charset="0"/>
              </a:rPr>
              <a:t>gets(</a:t>
            </a:r>
            <a:r>
              <a:rPr lang="en-US" sz="1800" dirty="0" err="1">
                <a:solidFill>
                  <a:srgbClr val="0070C0"/>
                </a:solidFill>
                <a:latin typeface="Courier New" pitchFamily="49" charset="0"/>
              </a:rPr>
              <a:t>buf</a:t>
            </a:r>
            <a:r>
              <a:rPr lang="en-US" sz="1800" dirty="0">
                <a:solidFill>
                  <a:srgbClr val="0070C0"/>
                </a:solidFill>
                <a:latin typeface="Courier New" pitchFamily="49" charset="0"/>
              </a:rPr>
              <a:t>); // A-&gt;B 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...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</a:t>
            </a:r>
            <a:r>
              <a:rPr lang="en-US" sz="1800" dirty="0">
                <a:solidFill>
                  <a:srgbClr val="C00000"/>
                </a:solidFill>
                <a:latin typeface="Courier New" pitchFamily="49" charset="0"/>
              </a:rPr>
              <a:t>return ...;</a:t>
            </a:r>
            <a:r>
              <a:rPr lang="en-US" sz="1800" dirty="0">
                <a:latin typeface="Courier New" pitchFamily="49" charset="0"/>
              </a:rPr>
              <a:t> 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}</a:t>
            </a:r>
          </a:p>
        </p:txBody>
      </p:sp>
      <p:sp>
        <p:nvSpPr>
          <p:cNvPr id="39" name="Rectangle 5"/>
          <p:cNvSpPr>
            <a:spLocks noChangeArrowheads="1"/>
          </p:cNvSpPr>
          <p:nvPr/>
        </p:nvSpPr>
        <p:spPr bwMode="auto">
          <a:xfrm>
            <a:off x="2057400" y="1911350"/>
            <a:ext cx="1828800" cy="120015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/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void P(){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Q();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...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}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8148516" y="1575832"/>
            <a:ext cx="2214684" cy="3746500"/>
            <a:chOff x="6477000" y="952501"/>
            <a:chExt cx="2214684" cy="3746500"/>
          </a:xfrm>
        </p:grpSpPr>
        <p:sp>
          <p:nvSpPr>
            <p:cNvPr id="24" name="Rectangle 7"/>
            <p:cNvSpPr>
              <a:spLocks noChangeArrowheads="1"/>
            </p:cNvSpPr>
            <p:nvPr/>
          </p:nvSpPr>
          <p:spPr bwMode="auto">
            <a:xfrm>
              <a:off x="7620000" y="2171700"/>
              <a:ext cx="1066800" cy="381000"/>
            </a:xfrm>
            <a:prstGeom prst="rect">
              <a:avLst/>
            </a:prstGeom>
            <a:solidFill>
              <a:srgbClr val="A8E799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800" strike="sngStrike" dirty="0">
                  <a:solidFill>
                    <a:srgbClr val="C00000"/>
                  </a:solidFill>
                  <a:latin typeface="Comic Sans MS" panose="030F0902030302020204" pitchFamily="66" charset="0"/>
                </a:rPr>
                <a:t>A</a:t>
              </a:r>
              <a:r>
                <a:rPr lang="en-US" sz="1800" dirty="0">
                  <a:solidFill>
                    <a:srgbClr val="C00000"/>
                  </a:solidFill>
                  <a:latin typeface="Comic Sans MS" panose="030F0902030302020204" pitchFamily="66" charset="0"/>
                </a:rPr>
                <a:t> B</a:t>
              </a:r>
            </a:p>
          </p:txBody>
        </p:sp>
        <p:sp>
          <p:nvSpPr>
            <p:cNvPr id="25" name="Rectangle 8"/>
            <p:cNvSpPr>
              <a:spLocks noChangeArrowheads="1"/>
            </p:cNvSpPr>
            <p:nvPr/>
          </p:nvSpPr>
          <p:spPr bwMode="auto">
            <a:xfrm>
              <a:off x="7620000" y="952501"/>
              <a:ext cx="1066800" cy="15589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US" sz="1800" dirty="0">
                <a:latin typeface="Comic Sans MS" panose="030F0902030302020204" pitchFamily="66" charset="0"/>
              </a:endParaRPr>
            </a:p>
          </p:txBody>
        </p:sp>
        <p:sp>
          <p:nvSpPr>
            <p:cNvPr id="26" name="Rectangle 11"/>
            <p:cNvSpPr>
              <a:spLocks noChangeArrowheads="1"/>
            </p:cNvSpPr>
            <p:nvPr/>
          </p:nvSpPr>
          <p:spPr bwMode="auto">
            <a:xfrm>
              <a:off x="7620000" y="2508741"/>
              <a:ext cx="1066800" cy="219026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US" sz="1800" dirty="0">
                <a:latin typeface="Comic Sans MS" panose="030F0902030302020204" pitchFamily="66" charset="0"/>
              </a:endParaRPr>
            </a:p>
            <a:p>
              <a:pPr algn="ctr" eaLnBrk="0" hangingPunct="0">
                <a:defRPr/>
              </a:pPr>
              <a:endParaRPr lang="en-US" sz="1800" dirty="0">
                <a:latin typeface="Comic Sans MS" panose="030F0902030302020204" pitchFamily="66" charset="0"/>
              </a:endParaRPr>
            </a:p>
          </p:txBody>
        </p:sp>
        <p:sp>
          <p:nvSpPr>
            <p:cNvPr id="31" name="Rectangle 18"/>
            <p:cNvSpPr>
              <a:spLocks noChangeArrowheads="1"/>
            </p:cNvSpPr>
            <p:nvPr/>
          </p:nvSpPr>
          <p:spPr bwMode="auto">
            <a:xfrm>
              <a:off x="7620000" y="3430588"/>
              <a:ext cx="1066800" cy="646112"/>
            </a:xfrm>
            <a:prstGeom prst="rect">
              <a:avLst/>
            </a:prstGeom>
            <a:solidFill>
              <a:srgbClr val="F1C7C7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 eaLnBrk="0" hangingPunct="0">
                <a:defRPr/>
              </a:pPr>
              <a:r>
                <a:rPr lang="en-US" sz="1800" dirty="0">
                  <a:latin typeface="Comic Sans MS" panose="030F0902030302020204" pitchFamily="66" charset="0"/>
                </a:rPr>
                <a:t>exploit</a:t>
              </a:r>
            </a:p>
            <a:p>
              <a:pPr algn="ctr" eaLnBrk="0" hangingPunct="0">
                <a:defRPr/>
              </a:pPr>
              <a:r>
                <a:rPr lang="en-US" sz="1800" dirty="0">
                  <a:latin typeface="Comic Sans MS" panose="030F0902030302020204" pitchFamily="66" charset="0"/>
                </a:rPr>
                <a:t>code</a:t>
              </a:r>
            </a:p>
          </p:txBody>
        </p:sp>
        <p:sp>
          <p:nvSpPr>
            <p:cNvPr id="35" name="Rectangle 19"/>
            <p:cNvSpPr>
              <a:spLocks noChangeArrowheads="1"/>
            </p:cNvSpPr>
            <p:nvPr/>
          </p:nvSpPr>
          <p:spPr bwMode="auto">
            <a:xfrm>
              <a:off x="7620000" y="2511425"/>
              <a:ext cx="1065213" cy="93662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defRPr/>
              </a:pPr>
              <a:r>
                <a:rPr lang="en-US" sz="1800" dirty="0">
                  <a:latin typeface="Comic Sans MS" panose="030F0902030302020204" pitchFamily="66" charset="0"/>
                </a:rPr>
                <a:t>pad</a:t>
              </a:r>
            </a:p>
          </p:txBody>
        </p:sp>
        <p:sp>
          <p:nvSpPr>
            <p:cNvPr id="36" name="Rectangle 7"/>
            <p:cNvSpPr>
              <a:spLocks noChangeArrowheads="1"/>
            </p:cNvSpPr>
            <p:nvPr/>
          </p:nvSpPr>
          <p:spPr bwMode="auto">
            <a:xfrm>
              <a:off x="7624884" y="2127740"/>
              <a:ext cx="1066800" cy="381000"/>
            </a:xfrm>
            <a:prstGeom prst="rect">
              <a:avLst/>
            </a:prstGeom>
            <a:solidFill>
              <a:srgbClr val="A8E799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800" dirty="0">
                  <a:solidFill>
                    <a:srgbClr val="C00000"/>
                  </a:solidFill>
                  <a:latin typeface="Comic Sans MS" panose="030F0902030302020204" pitchFamily="66" charset="0"/>
                </a:rPr>
                <a:t>A</a:t>
              </a:r>
            </a:p>
          </p:txBody>
        </p:sp>
        <p:sp>
          <p:nvSpPr>
            <p:cNvPr id="37" name="Rectangle 7"/>
            <p:cNvSpPr>
              <a:spLocks noChangeArrowheads="1"/>
            </p:cNvSpPr>
            <p:nvPr/>
          </p:nvSpPr>
          <p:spPr bwMode="auto">
            <a:xfrm>
              <a:off x="7624884" y="2127740"/>
              <a:ext cx="1066800" cy="381000"/>
            </a:xfrm>
            <a:prstGeom prst="rect">
              <a:avLst/>
            </a:prstGeom>
            <a:solidFill>
              <a:srgbClr val="A8E799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800" dirty="0">
                  <a:solidFill>
                    <a:srgbClr val="C00000"/>
                  </a:solidFill>
                  <a:latin typeface="Comic Sans MS" panose="030F0902030302020204" pitchFamily="66" charset="0"/>
                </a:rPr>
                <a:t>B</a:t>
              </a:r>
            </a:p>
          </p:txBody>
        </p:sp>
        <p:cxnSp>
          <p:nvCxnSpPr>
            <p:cNvPr id="4" name="Straight Connector 3"/>
            <p:cNvCxnSpPr/>
            <p:nvPr/>
          </p:nvCxnSpPr>
          <p:spPr bwMode="auto">
            <a:xfrm flipV="1">
              <a:off x="6477000" y="952501"/>
              <a:ext cx="1143000" cy="108504"/>
            </a:xfrm>
            <a:prstGeom prst="line">
              <a:avLst/>
            </a:prstGeom>
            <a:noFill/>
            <a:ln w="254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3" name="Straight Connector 42"/>
            <p:cNvCxnSpPr/>
            <p:nvPr/>
          </p:nvCxnSpPr>
          <p:spPr bwMode="auto">
            <a:xfrm>
              <a:off x="6481884" y="1447801"/>
              <a:ext cx="1143000" cy="3251200"/>
            </a:xfrm>
            <a:prstGeom prst="line">
              <a:avLst/>
            </a:prstGeom>
            <a:noFill/>
            <a:ln w="254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2" name="Rectangle 7"/>
            <p:cNvSpPr>
              <a:spLocks noChangeArrowheads="1"/>
            </p:cNvSpPr>
            <p:nvPr/>
          </p:nvSpPr>
          <p:spPr bwMode="auto">
            <a:xfrm>
              <a:off x="7624884" y="1750192"/>
              <a:ext cx="1066800" cy="381000"/>
            </a:xfrm>
            <a:prstGeom prst="rect">
              <a:avLst/>
            </a:prstGeom>
            <a:solidFill>
              <a:srgbClr val="A8E799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800" dirty="0">
                  <a:solidFill>
                    <a:srgbClr val="C00000"/>
                  </a:solidFill>
                  <a:latin typeface="Comic Sans MS" panose="030F0902030302020204" pitchFamily="66" charset="0"/>
                </a:rPr>
                <a:t>…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5791200" y="6033254"/>
            <a:ext cx="914400" cy="369332"/>
            <a:chOff x="4191000" y="6061352"/>
            <a:chExt cx="914400" cy="369332"/>
          </a:xfrm>
        </p:grpSpPr>
        <p:sp>
          <p:nvSpPr>
            <p:cNvPr id="48" name="Text Box 16"/>
            <p:cNvSpPr txBox="1">
              <a:spLocks noChangeArrowheads="1"/>
            </p:cNvSpPr>
            <p:nvPr/>
          </p:nvSpPr>
          <p:spPr bwMode="auto">
            <a:xfrm>
              <a:off x="4191000" y="6061352"/>
              <a:ext cx="598241" cy="36933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sz="1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rip</a:t>
              </a:r>
            </a:p>
          </p:txBody>
        </p:sp>
        <p:sp>
          <p:nvSpPr>
            <p:cNvPr id="49" name="Line 17"/>
            <p:cNvSpPr>
              <a:spLocks noChangeShapeType="1"/>
            </p:cNvSpPr>
            <p:nvPr/>
          </p:nvSpPr>
          <p:spPr bwMode="auto">
            <a:xfrm>
              <a:off x="4708525" y="6248400"/>
              <a:ext cx="3968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5715000" y="1447800"/>
            <a:ext cx="985716" cy="369332"/>
            <a:chOff x="4043484" y="1089942"/>
            <a:chExt cx="985716" cy="369332"/>
          </a:xfrm>
        </p:grpSpPr>
        <p:sp>
          <p:nvSpPr>
            <p:cNvPr id="50" name="Text Box 16"/>
            <p:cNvSpPr txBox="1">
              <a:spLocks noChangeArrowheads="1"/>
            </p:cNvSpPr>
            <p:nvPr/>
          </p:nvSpPr>
          <p:spPr bwMode="auto">
            <a:xfrm>
              <a:off x="4043484" y="1089942"/>
              <a:ext cx="598241" cy="36933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sz="1800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rip</a:t>
              </a:r>
            </a:p>
          </p:txBody>
        </p:sp>
        <p:sp>
          <p:nvSpPr>
            <p:cNvPr id="51" name="Line 17"/>
            <p:cNvSpPr>
              <a:spLocks noChangeShapeType="1"/>
            </p:cNvSpPr>
            <p:nvPr/>
          </p:nvSpPr>
          <p:spPr bwMode="auto">
            <a:xfrm>
              <a:off x="4632325" y="1276990"/>
              <a:ext cx="396875" cy="0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8458200" y="4512983"/>
            <a:ext cx="838200" cy="369332"/>
            <a:chOff x="6786684" y="3889652"/>
            <a:chExt cx="838200" cy="369332"/>
          </a:xfrm>
        </p:grpSpPr>
        <p:sp>
          <p:nvSpPr>
            <p:cNvPr id="54" name="Text Box 16"/>
            <p:cNvSpPr txBox="1">
              <a:spLocks noChangeArrowheads="1"/>
            </p:cNvSpPr>
            <p:nvPr/>
          </p:nvSpPr>
          <p:spPr bwMode="auto">
            <a:xfrm>
              <a:off x="6786684" y="3889652"/>
              <a:ext cx="482824" cy="36933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800" dirty="0">
                  <a:solidFill>
                    <a:srgbClr val="C00000"/>
                  </a:solidFill>
                  <a:latin typeface="Comic Sans MS" panose="030F0902030302020204" pitchFamily="66" charset="0"/>
                </a:rPr>
                <a:t>rip</a:t>
              </a:r>
            </a:p>
          </p:txBody>
        </p:sp>
        <p:sp>
          <p:nvSpPr>
            <p:cNvPr id="55" name="Line 17"/>
            <p:cNvSpPr>
              <a:spLocks noChangeShapeType="1"/>
            </p:cNvSpPr>
            <p:nvPr/>
          </p:nvSpPr>
          <p:spPr bwMode="auto">
            <a:xfrm>
              <a:off x="7228009" y="4076700"/>
              <a:ext cx="396875" cy="0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pPr algn="ctr"/>
              <a:endParaRPr lang="en-US">
                <a:latin typeface="Comic Sans MS" panose="030F0902030302020204" pitchFamily="66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8458200" y="3884333"/>
            <a:ext cx="838200" cy="369332"/>
            <a:chOff x="6786684" y="3261002"/>
            <a:chExt cx="838200" cy="369332"/>
          </a:xfrm>
        </p:grpSpPr>
        <p:sp>
          <p:nvSpPr>
            <p:cNvPr id="56" name="Text Box 16"/>
            <p:cNvSpPr txBox="1">
              <a:spLocks noChangeArrowheads="1"/>
            </p:cNvSpPr>
            <p:nvPr/>
          </p:nvSpPr>
          <p:spPr bwMode="auto">
            <a:xfrm>
              <a:off x="6786684" y="3261002"/>
              <a:ext cx="482824" cy="36933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800" dirty="0">
                  <a:solidFill>
                    <a:srgbClr val="C00000"/>
                  </a:solidFill>
                  <a:latin typeface="Comic Sans MS" panose="030F0902030302020204" pitchFamily="66" charset="0"/>
                </a:rPr>
                <a:t>rip</a:t>
              </a:r>
            </a:p>
          </p:txBody>
        </p:sp>
        <p:sp>
          <p:nvSpPr>
            <p:cNvPr id="57" name="Line 17"/>
            <p:cNvSpPr>
              <a:spLocks noChangeShapeType="1"/>
            </p:cNvSpPr>
            <p:nvPr/>
          </p:nvSpPr>
          <p:spPr bwMode="auto">
            <a:xfrm>
              <a:off x="7228009" y="3448050"/>
              <a:ext cx="396875" cy="0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pPr algn="ctr"/>
              <a:endParaRPr lang="en-US">
                <a:solidFill>
                  <a:srgbClr val="C00000"/>
                </a:solidFill>
                <a:latin typeface="Comic Sans MS" panose="030F0902030302020204" pitchFamily="66" charset="0"/>
              </a:endParaRPr>
            </a:p>
          </p:txBody>
        </p:sp>
      </p:grpSp>
      <p:sp>
        <p:nvSpPr>
          <p:cNvPr id="59" name="Arc 58"/>
          <p:cNvSpPr/>
          <p:nvPr/>
        </p:nvSpPr>
        <p:spPr bwMode="auto">
          <a:xfrm>
            <a:off x="5488264" y="1906785"/>
            <a:ext cx="1593452" cy="4221481"/>
          </a:xfrm>
          <a:prstGeom prst="arc">
            <a:avLst>
              <a:gd name="adj1" fmla="val 5391088"/>
              <a:gd name="adj2" fmla="val 16178753"/>
            </a:avLst>
          </a:prstGeom>
          <a:noFill/>
          <a:ln w="50800" cap="flat" cmpd="sng" algn="ctr">
            <a:solidFill>
              <a:srgbClr val="C00000"/>
            </a:solidFill>
            <a:prstDash val="solid"/>
            <a:round/>
            <a:headEnd type="stealth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/>
          <p:cNvGrpSpPr/>
          <p:nvPr/>
        </p:nvGrpSpPr>
        <p:grpSpPr>
          <a:xfrm>
            <a:off x="8458200" y="2945023"/>
            <a:ext cx="838200" cy="369332"/>
            <a:chOff x="6786684" y="2321692"/>
            <a:chExt cx="838200" cy="369332"/>
          </a:xfrm>
        </p:grpSpPr>
        <p:sp>
          <p:nvSpPr>
            <p:cNvPr id="60" name="Text Box 16"/>
            <p:cNvSpPr txBox="1">
              <a:spLocks noChangeArrowheads="1"/>
            </p:cNvSpPr>
            <p:nvPr/>
          </p:nvSpPr>
          <p:spPr bwMode="auto">
            <a:xfrm>
              <a:off x="6786684" y="2321692"/>
              <a:ext cx="530915" cy="36933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800" dirty="0" err="1">
                  <a:solidFill>
                    <a:srgbClr val="0070C0"/>
                  </a:solidFill>
                  <a:latin typeface="Comic Sans MS" panose="030F0902030302020204" pitchFamily="66" charset="0"/>
                </a:rPr>
                <a:t>rsp</a:t>
              </a:r>
              <a:endParaRPr lang="en-US" sz="1800" dirty="0">
                <a:solidFill>
                  <a:srgbClr val="0070C0"/>
                </a:solidFill>
                <a:latin typeface="Comic Sans MS" panose="030F0902030302020204" pitchFamily="66" charset="0"/>
              </a:endParaRPr>
            </a:p>
          </p:txBody>
        </p:sp>
        <p:sp>
          <p:nvSpPr>
            <p:cNvPr id="61" name="Line 17"/>
            <p:cNvSpPr>
              <a:spLocks noChangeShapeType="1"/>
            </p:cNvSpPr>
            <p:nvPr/>
          </p:nvSpPr>
          <p:spPr bwMode="auto">
            <a:xfrm>
              <a:off x="7228009" y="2508740"/>
              <a:ext cx="396875" cy="0"/>
            </a:xfrm>
            <a:prstGeom prst="line">
              <a:avLst/>
            </a:prstGeom>
            <a:noFill/>
            <a:ln w="28575">
              <a:solidFill>
                <a:srgbClr val="0070C0"/>
              </a:solidFill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pPr algn="ctr"/>
              <a:endParaRPr lang="en-US">
                <a:solidFill>
                  <a:srgbClr val="C00000"/>
                </a:solidFill>
                <a:latin typeface="Comic Sans MS" panose="030F0902030302020204" pitchFamily="66" charset="0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8458200" y="2564023"/>
            <a:ext cx="838200" cy="369332"/>
            <a:chOff x="6786684" y="1940692"/>
            <a:chExt cx="838200" cy="369332"/>
          </a:xfrm>
        </p:grpSpPr>
        <p:sp>
          <p:nvSpPr>
            <p:cNvPr id="62" name="Text Box 16"/>
            <p:cNvSpPr txBox="1">
              <a:spLocks noChangeArrowheads="1"/>
            </p:cNvSpPr>
            <p:nvPr/>
          </p:nvSpPr>
          <p:spPr bwMode="auto">
            <a:xfrm>
              <a:off x="6786684" y="1940692"/>
              <a:ext cx="530915" cy="36933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800" dirty="0" err="1">
                  <a:solidFill>
                    <a:srgbClr val="0070C0"/>
                  </a:solidFill>
                  <a:latin typeface="Comic Sans MS" panose="030F0902030302020204" pitchFamily="66" charset="0"/>
                </a:rPr>
                <a:t>rsp</a:t>
              </a:r>
              <a:endParaRPr lang="en-US" sz="1800" dirty="0">
                <a:solidFill>
                  <a:srgbClr val="0070C0"/>
                </a:solidFill>
                <a:latin typeface="Comic Sans MS" panose="030F0902030302020204" pitchFamily="66" charset="0"/>
              </a:endParaRPr>
            </a:p>
          </p:txBody>
        </p:sp>
        <p:sp>
          <p:nvSpPr>
            <p:cNvPr id="63" name="Line 17"/>
            <p:cNvSpPr>
              <a:spLocks noChangeShapeType="1"/>
            </p:cNvSpPr>
            <p:nvPr/>
          </p:nvSpPr>
          <p:spPr bwMode="auto">
            <a:xfrm>
              <a:off x="7228009" y="2127740"/>
              <a:ext cx="396875" cy="0"/>
            </a:xfrm>
            <a:prstGeom prst="line">
              <a:avLst/>
            </a:prstGeom>
            <a:noFill/>
            <a:ln w="28575">
              <a:solidFill>
                <a:srgbClr val="0070C0"/>
              </a:solidFill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pPr algn="ctr"/>
              <a:endParaRPr lang="en-US">
                <a:solidFill>
                  <a:srgbClr val="C00000"/>
                </a:solidFill>
                <a:latin typeface="Comic Sans MS" panose="030F0902030302020204" pitchFamily="66" charset="0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5029201" y="1817132"/>
            <a:ext cx="2308216" cy="4403170"/>
            <a:chOff x="3181773" y="1276990"/>
            <a:chExt cx="1542627" cy="4971410"/>
          </a:xfrm>
        </p:grpSpPr>
        <p:sp>
          <p:nvSpPr>
            <p:cNvPr id="9" name="Arc 8"/>
            <p:cNvSpPr/>
            <p:nvPr/>
          </p:nvSpPr>
          <p:spPr bwMode="auto">
            <a:xfrm>
              <a:off x="3581400" y="1276990"/>
              <a:ext cx="1143000" cy="4971410"/>
            </a:xfrm>
            <a:prstGeom prst="arc">
              <a:avLst>
                <a:gd name="adj1" fmla="val 5391088"/>
                <a:gd name="adj2" fmla="val 16237356"/>
              </a:avLst>
            </a:prstGeom>
            <a:noFill/>
            <a:ln w="508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stealth" w="med" len="me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Text Box 16"/>
            <p:cNvSpPr txBox="1">
              <a:spLocks noChangeArrowheads="1"/>
            </p:cNvSpPr>
            <p:nvPr/>
          </p:nvSpPr>
          <p:spPr bwMode="auto">
            <a:xfrm>
              <a:off x="3181773" y="3381776"/>
              <a:ext cx="399816" cy="41699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sz="1800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ret</a:t>
              </a:r>
            </a:p>
          </p:txBody>
        </p:sp>
      </p:grpSp>
      <p:sp>
        <p:nvSpPr>
          <p:cNvPr id="65" name="Text Box 16"/>
          <p:cNvSpPr txBox="1">
            <a:spLocks noChangeArrowheads="1"/>
          </p:cNvSpPr>
          <p:nvPr/>
        </p:nvSpPr>
        <p:spPr bwMode="auto">
          <a:xfrm>
            <a:off x="5476597" y="3377509"/>
            <a:ext cx="598241" cy="36933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18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</a:t>
            </a:r>
          </a:p>
        </p:txBody>
      </p:sp>
      <p:grpSp>
        <p:nvGrpSpPr>
          <p:cNvPr id="74" name="Group 73"/>
          <p:cNvGrpSpPr/>
          <p:nvPr/>
        </p:nvGrpSpPr>
        <p:grpSpPr>
          <a:xfrm>
            <a:off x="5650160" y="5943600"/>
            <a:ext cx="1055441" cy="369332"/>
            <a:chOff x="4049959" y="6061352"/>
            <a:chExt cx="1055441" cy="369332"/>
          </a:xfrm>
        </p:grpSpPr>
        <p:sp>
          <p:nvSpPr>
            <p:cNvPr id="75" name="Text Box 16"/>
            <p:cNvSpPr txBox="1">
              <a:spLocks noChangeArrowheads="1"/>
            </p:cNvSpPr>
            <p:nvPr/>
          </p:nvSpPr>
          <p:spPr bwMode="auto">
            <a:xfrm>
              <a:off x="4049959" y="6061352"/>
              <a:ext cx="598241" cy="36933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sz="1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rip</a:t>
              </a:r>
            </a:p>
          </p:txBody>
        </p:sp>
        <p:sp>
          <p:nvSpPr>
            <p:cNvPr id="76" name="Line 17"/>
            <p:cNvSpPr>
              <a:spLocks noChangeShapeType="1"/>
            </p:cNvSpPr>
            <p:nvPr/>
          </p:nvSpPr>
          <p:spPr bwMode="auto">
            <a:xfrm>
              <a:off x="4708525" y="6248400"/>
              <a:ext cx="3968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8458200" y="2194691"/>
            <a:ext cx="838200" cy="369332"/>
            <a:chOff x="6786684" y="1940692"/>
            <a:chExt cx="838200" cy="369332"/>
          </a:xfrm>
        </p:grpSpPr>
        <p:sp>
          <p:nvSpPr>
            <p:cNvPr id="58" name="Text Box 16"/>
            <p:cNvSpPr txBox="1">
              <a:spLocks noChangeArrowheads="1"/>
            </p:cNvSpPr>
            <p:nvPr/>
          </p:nvSpPr>
          <p:spPr bwMode="auto">
            <a:xfrm>
              <a:off x="6786684" y="1940692"/>
              <a:ext cx="530915" cy="36933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800" dirty="0" err="1">
                  <a:solidFill>
                    <a:srgbClr val="0070C0"/>
                  </a:solidFill>
                  <a:latin typeface="Comic Sans MS" panose="030F0902030302020204" pitchFamily="66" charset="0"/>
                </a:rPr>
                <a:t>rsp</a:t>
              </a:r>
              <a:endParaRPr lang="en-US" sz="1800" dirty="0">
                <a:solidFill>
                  <a:srgbClr val="0070C0"/>
                </a:solidFill>
                <a:latin typeface="Comic Sans MS" panose="030F0902030302020204" pitchFamily="66" charset="0"/>
              </a:endParaRPr>
            </a:p>
          </p:txBody>
        </p:sp>
        <p:sp>
          <p:nvSpPr>
            <p:cNvPr id="66" name="Line 17"/>
            <p:cNvSpPr>
              <a:spLocks noChangeShapeType="1"/>
            </p:cNvSpPr>
            <p:nvPr/>
          </p:nvSpPr>
          <p:spPr bwMode="auto">
            <a:xfrm>
              <a:off x="7228009" y="2127740"/>
              <a:ext cx="396875" cy="0"/>
            </a:xfrm>
            <a:prstGeom prst="line">
              <a:avLst/>
            </a:prstGeom>
            <a:noFill/>
            <a:ln w="28575">
              <a:solidFill>
                <a:srgbClr val="0070C0"/>
              </a:solidFill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pPr algn="ctr"/>
              <a:endParaRPr lang="en-US">
                <a:solidFill>
                  <a:srgbClr val="C00000"/>
                </a:solidFill>
                <a:latin typeface="Comic Sans MS" panose="030F0902030302020204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529442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59" grpId="1" animBg="1"/>
      <p:bldP spid="65" grpId="0"/>
      <p:bldP spid="65" grpId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305800" cy="5105400"/>
          </a:xfrm>
        </p:spPr>
        <p:txBody>
          <a:bodyPr/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smash_me</a:t>
            </a:r>
            <a:r>
              <a:rPr lang="en-US" sz="2400" dirty="0"/>
              <a:t> is vulnerable to stack smashing!</a:t>
            </a:r>
          </a:p>
          <a:p>
            <a:r>
              <a:rPr lang="en-US" sz="2400" dirty="0"/>
              <a:t>What is the </a:t>
            </a:r>
            <a:r>
              <a:rPr lang="en-US" sz="2400" i="1" dirty="0">
                <a:solidFill>
                  <a:srgbClr val="FF0000"/>
                </a:solidFill>
              </a:rPr>
              <a:t>minimum number of characters </a:t>
            </a:r>
            <a:r>
              <a:rPr lang="en-US" sz="2400" dirty="0"/>
              <a:t>that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gets</a:t>
            </a:r>
            <a:r>
              <a:rPr lang="en-US" sz="2400" dirty="0"/>
              <a:t> must read for us to change the return address to a </a:t>
            </a:r>
            <a:r>
              <a:rPr lang="en-US" sz="2400" b="1" dirty="0">
                <a:solidFill>
                  <a:schemeClr val="accent6"/>
                </a:solidFill>
              </a:rPr>
              <a:t>stack address </a:t>
            </a:r>
            <a:r>
              <a:rPr lang="en-US" sz="2400" dirty="0"/>
              <a:t>(in Linux)?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9DC093A2-AE60-6040-8EAD-5EECD87E841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29600" y="6248400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31E6C9A-129B-7F48-9D65-CF071176AE39}" type="slidenum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US" altLang="en-US" sz="14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4119159"/>
              </p:ext>
            </p:extLst>
          </p:nvPr>
        </p:nvGraphicFramePr>
        <p:xfrm>
          <a:off x="2626980" y="3581400"/>
          <a:ext cx="1751588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78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8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78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 gridSpan="4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Previous</a:t>
                      </a:r>
                    </a:p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stack frame</a:t>
                      </a:r>
                      <a:endParaRPr lang="en-US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Anonymous Pro" charset="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Anonymous Pro" charset="0"/>
                          <a:cs typeface="Courier New" panose="02070309020205020404" pitchFamily="49" charset="0"/>
                        </a:rPr>
                        <a:t>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Anonymous Pro" charset="0"/>
                          <a:cs typeface="Courier New" panose="02070309020205020404" pitchFamily="49" charset="0"/>
                        </a:rPr>
                        <a:t>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Anonymous Pro" charset="0"/>
                          <a:cs typeface="Courier New" panose="02070309020205020404" pitchFamily="49" charset="0"/>
                        </a:rPr>
                        <a:t>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Anonymous Pro" charset="0"/>
                          <a:cs typeface="Courier New" panose="02070309020205020404" pitchFamily="49" charset="0"/>
                        </a:rPr>
                        <a:t>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Anonymous Pro" charset="0"/>
                          <a:cs typeface="Courier New" panose="02070309020205020404" pitchFamily="49" charset="0"/>
                        </a:rPr>
                        <a:t>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Anonymous Pro" charset="0"/>
                          <a:cs typeface="Courier New" panose="02070309020205020404" pitchFamily="49" charset="0"/>
                        </a:rPr>
                        <a:t>40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Anonymous Pro" charset="0"/>
                          <a:cs typeface="Courier New" panose="02070309020205020404" pitchFamily="49" charset="0"/>
                        </a:rPr>
                        <a:t>05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Anonymous Pro" charset="0"/>
                          <a:cs typeface="Courier New" panose="02070309020205020404" pitchFamily="49" charset="0"/>
                        </a:rPr>
                        <a:t>fc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Anonymous Pro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Anonymous Pro" charset="0"/>
                          <a:cs typeface="Courier New" panose="02070309020205020404" pitchFamily="49" charset="0"/>
                        </a:rPr>
                        <a:t> . .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Anonymous Pro" charset="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Anonymous Pro" charset="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Anonymous Pro" charset="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Anonymous Pro" charset="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Anonymous Pro" charset="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Anonymous Pro" charset="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Anonymous Pro" charset="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Anonymous Pro" charset="0"/>
                          <a:cs typeface="Courier New" panose="02070309020205020404" pitchFamily="49" charset="0"/>
                        </a:rPr>
                        <a:t>[0]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181600" y="3843104"/>
            <a:ext cx="2601912" cy="1567096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>
              <a:tabLst>
                <a:tab pos="457200" algn="l"/>
                <a:tab pos="3146425" algn="l"/>
              </a:tabLst>
              <a:defRPr/>
            </a:pPr>
            <a:r>
              <a:rPr lang="en-US" sz="1600" dirty="0" err="1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smash_me</a:t>
            </a:r>
            <a: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:</a:t>
            </a:r>
          </a:p>
          <a:p>
            <a:pPr>
              <a:tabLst>
                <a:tab pos="457200" algn="l"/>
                <a:tab pos="3146425" algn="l"/>
              </a:tabLst>
              <a:defRPr/>
            </a:pPr>
            <a: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subq</a:t>
            </a:r>
            <a: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$0x30, %</a:t>
            </a:r>
            <a:r>
              <a:rPr lang="en-US" sz="1600" dirty="0" err="1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rsp</a:t>
            </a:r>
            <a:endParaRPr lang="en-US" sz="1600" dirty="0">
              <a:latin typeface="Courier New" panose="02070309020205020404" pitchFamily="49" charset="0"/>
              <a:ea typeface="MS Mincho" pitchFamily="49" charset="-128"/>
              <a:cs typeface="Courier New" panose="02070309020205020404" pitchFamily="49" charset="0"/>
            </a:endParaRPr>
          </a:p>
          <a:p>
            <a:pPr>
              <a:tabLst>
                <a:tab pos="457200" algn="l"/>
                <a:tab pos="3146425" algn="l"/>
              </a:tabLst>
              <a:defRPr/>
            </a:pPr>
            <a: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 ...</a:t>
            </a:r>
          </a:p>
          <a:p>
            <a:pPr>
              <a:tabLst>
                <a:tab pos="457200" algn="l"/>
                <a:tab pos="3146425" algn="l"/>
              </a:tabLst>
              <a:defRPr/>
            </a:pPr>
            <a: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movq</a:t>
            </a:r>
            <a: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%</a:t>
            </a:r>
            <a:r>
              <a:rPr lang="en-US" sz="1600" dirty="0" err="1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rsp</a:t>
            </a:r>
            <a: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, %</a:t>
            </a:r>
            <a:r>
              <a:rPr lang="en-US" sz="1600" dirty="0" err="1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rdi</a:t>
            </a:r>
            <a:endParaRPr lang="en-US" sz="1600" dirty="0">
              <a:latin typeface="Courier New" panose="02070309020205020404" pitchFamily="49" charset="0"/>
              <a:ea typeface="MS Mincho" pitchFamily="49" charset="-128"/>
              <a:cs typeface="Courier New" panose="02070309020205020404" pitchFamily="49" charset="0"/>
            </a:endParaRPr>
          </a:p>
          <a:p>
            <a:pPr>
              <a:tabLst>
                <a:tab pos="457200" algn="l"/>
                <a:tab pos="3146425" algn="l"/>
              </a:tabLst>
              <a:defRPr/>
            </a:pPr>
            <a: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call  gets</a:t>
            </a:r>
          </a:p>
          <a:p>
            <a:pPr>
              <a:tabLst>
                <a:tab pos="457200" algn="l"/>
                <a:tab pos="3146425" algn="l"/>
              </a:tabLst>
              <a:defRPr/>
            </a:pPr>
            <a: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 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77200" y="3657601"/>
            <a:ext cx="21336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514350">
              <a:buSzPct val="100000"/>
              <a:buFont typeface="+mj-lt"/>
              <a:buAutoNum type="alphaUcPeriod"/>
            </a:pPr>
            <a:r>
              <a:rPr lang="en-US" sz="3200" dirty="0">
                <a:solidFill>
                  <a:srgbClr val="FF9900"/>
                </a:solidFill>
                <a:latin typeface="Comic Sans MS" panose="030F0902030302020204" pitchFamily="66" charset="0"/>
                <a:cs typeface="Calibri" panose="020F0502020204030204" pitchFamily="34" charset="0"/>
              </a:rPr>
              <a:t>33</a:t>
            </a:r>
            <a:endParaRPr lang="en-US" sz="3200" baseline="-25000" dirty="0">
              <a:solidFill>
                <a:srgbClr val="FF9900"/>
              </a:solidFill>
              <a:latin typeface="Comic Sans MS" panose="030F0902030302020204" pitchFamily="66" charset="0"/>
              <a:cs typeface="Calibri" panose="020F0502020204030204" pitchFamily="34" charset="0"/>
            </a:endParaRPr>
          </a:p>
          <a:p>
            <a:pPr marL="914400" indent="-514350">
              <a:buSzPct val="100000"/>
              <a:buFont typeface="+mj-lt"/>
              <a:buAutoNum type="alphaUcPeriod"/>
            </a:pPr>
            <a:r>
              <a:rPr lang="en-US" sz="3200" dirty="0">
                <a:solidFill>
                  <a:srgbClr val="00B050"/>
                </a:solidFill>
                <a:latin typeface="Comic Sans MS" panose="030F0902030302020204" pitchFamily="66" charset="0"/>
                <a:cs typeface="Calibri" panose="020F0502020204030204" pitchFamily="34" charset="0"/>
              </a:rPr>
              <a:t>36</a:t>
            </a:r>
            <a:endParaRPr lang="en-US" sz="3200" baseline="-25000" dirty="0">
              <a:solidFill>
                <a:srgbClr val="00B050"/>
              </a:solidFill>
              <a:latin typeface="Comic Sans MS" panose="030F0902030302020204" pitchFamily="66" charset="0"/>
              <a:cs typeface="Calibri" panose="020F0502020204030204" pitchFamily="34" charset="0"/>
            </a:endParaRPr>
          </a:p>
          <a:p>
            <a:pPr marL="914400" indent="-514350">
              <a:buSzPct val="100000"/>
              <a:buFont typeface="+mj-lt"/>
              <a:buAutoNum type="alphaUcPeriod"/>
            </a:pPr>
            <a:r>
              <a:rPr lang="en-US" sz="3200" dirty="0">
                <a:solidFill>
                  <a:srgbClr val="FF3399"/>
                </a:solidFill>
                <a:latin typeface="Comic Sans MS" panose="030F0902030302020204" pitchFamily="66" charset="0"/>
                <a:cs typeface="Calibri" panose="020F0502020204030204" pitchFamily="34" charset="0"/>
              </a:rPr>
              <a:t>51</a:t>
            </a:r>
            <a:endParaRPr lang="en-US" sz="3200" baseline="-25000" dirty="0">
              <a:solidFill>
                <a:srgbClr val="FF3399"/>
              </a:solidFill>
              <a:latin typeface="Comic Sans MS" panose="030F0902030302020204" pitchFamily="66" charset="0"/>
              <a:cs typeface="Calibri" panose="020F0502020204030204" pitchFamily="34" charset="0"/>
            </a:endParaRPr>
          </a:p>
          <a:p>
            <a:pPr marL="914400" indent="-514350">
              <a:buSzPct val="100000"/>
              <a:buFont typeface="+mj-lt"/>
              <a:buAutoNum type="alphaUcPeriod"/>
            </a:pPr>
            <a:r>
              <a:rPr lang="en-US" sz="3200" dirty="0">
                <a:solidFill>
                  <a:srgbClr val="00B0F0"/>
                </a:solidFill>
                <a:latin typeface="Comic Sans MS" panose="030F0902030302020204" pitchFamily="66" charset="0"/>
                <a:cs typeface="Calibri" panose="020F0502020204030204" pitchFamily="34" charset="0"/>
              </a:rPr>
              <a:t>54</a:t>
            </a:r>
            <a:endParaRPr lang="en-US" sz="3200" baseline="-25000" dirty="0">
              <a:solidFill>
                <a:srgbClr val="00B0F0"/>
              </a:solidFill>
              <a:latin typeface="Comic Sans MS" panose="030F0902030302020204" pitchFamily="66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62733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dirty="0"/>
              <a:t>Dealing with buffer overflow attacks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pPr marL="514350" indent="-514350">
              <a:spcBef>
                <a:spcPts val="1800"/>
              </a:spcBef>
              <a:buSzPct val="100000"/>
              <a:buFont typeface="+mj-lt"/>
              <a:buAutoNum type="arabicParenR"/>
            </a:pPr>
            <a:r>
              <a:rPr lang="en-US" sz="3200" dirty="0"/>
              <a:t>Avoid overflow vulnerabilities</a:t>
            </a:r>
          </a:p>
          <a:p>
            <a:pPr marL="514350" indent="-514350">
              <a:spcBef>
                <a:spcPts val="1800"/>
              </a:spcBef>
              <a:buSzPct val="100000"/>
              <a:buFont typeface="+mj-lt"/>
              <a:buAutoNum type="arabicParenR"/>
            </a:pPr>
            <a:r>
              <a:rPr lang="en-US" sz="3200" dirty="0"/>
              <a:t>Employ system-level protections</a:t>
            </a:r>
          </a:p>
          <a:p>
            <a:pPr marL="514350" indent="-514350">
              <a:spcBef>
                <a:spcPts val="1800"/>
              </a:spcBef>
              <a:buSzPct val="100000"/>
              <a:buFont typeface="+mj-lt"/>
              <a:buAutoNum type="arabicParenR"/>
            </a:pPr>
            <a:r>
              <a:rPr lang="en-US" sz="3200" dirty="0"/>
              <a:t>Have compiler use “stack canaries”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  <p:custDataLst>
              <p:tags r:id="rId3"/>
            </p:custDataLst>
          </p:nvPr>
        </p:nvSpPr>
        <p:spPr>
          <a:xfrm>
            <a:off x="11582400" y="6492875"/>
            <a:ext cx="609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rgbClr val="4B2A85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9pPr>
          </a:lstStyle>
          <a:p>
            <a:fld id="{7CBE8339-D2AD-46DC-A898-FD1E949067F0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985467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90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en-US" dirty="0"/>
              <a:t>1) Avoid Overflow Vulnerabilities in Code</a:t>
            </a:r>
          </a:p>
        </p:txBody>
      </p:sp>
      <p:sp>
        <p:nvSpPr>
          <p:cNvPr id="379907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pPr>
              <a:lnSpc>
                <a:spcPct val="85000"/>
              </a:lnSpc>
            </a:pPr>
            <a:r>
              <a:rPr lang="en-US" dirty="0"/>
              <a:t>Use library routines that limit string lengths</a:t>
            </a:r>
          </a:p>
          <a:p>
            <a:pPr lvl="1">
              <a:lnSpc>
                <a:spcPct val="90000"/>
              </a:lnSpc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fgets</a:t>
            </a:r>
            <a:r>
              <a:rPr lang="en-US" dirty="0"/>
              <a:t> instead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gets</a:t>
            </a:r>
            <a:r>
              <a:rPr lang="en-US" b="1" dirty="0">
                <a:latin typeface="Calibri"/>
                <a:cs typeface="Calibri"/>
              </a:rPr>
              <a:t> </a:t>
            </a:r>
            <a:r>
              <a:rPr lang="en-US" dirty="0"/>
              <a:t>(2</a:t>
            </a:r>
            <a:r>
              <a:rPr lang="en-US" baseline="30000" dirty="0"/>
              <a:t>nd</a:t>
            </a:r>
            <a:r>
              <a:rPr lang="en-US" dirty="0"/>
              <a:t> argument to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fgets</a:t>
            </a:r>
            <a:r>
              <a:rPr lang="en-US" dirty="0"/>
              <a:t> sets limit)</a:t>
            </a:r>
          </a:p>
          <a:p>
            <a:pPr lvl="1">
              <a:lnSpc>
                <a:spcPct val="90000"/>
              </a:lnSpc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strncpy</a:t>
            </a:r>
            <a:r>
              <a:rPr lang="en-US" dirty="0"/>
              <a:t> instead of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strcpy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90000"/>
              </a:lnSpc>
            </a:pPr>
            <a:r>
              <a:rPr lang="en-US" dirty="0"/>
              <a:t>Don’t use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US" dirty="0"/>
              <a:t> with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%s</a:t>
            </a:r>
            <a:r>
              <a:rPr lang="en-US" dirty="0"/>
              <a:t> conversion specification</a:t>
            </a:r>
          </a:p>
          <a:p>
            <a:pPr lvl="2">
              <a:lnSpc>
                <a:spcPct val="97000"/>
              </a:lnSpc>
            </a:pPr>
            <a:r>
              <a:rPr lang="en-US" dirty="0"/>
              <a:t>Use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fgets</a:t>
            </a:r>
            <a:r>
              <a:rPr lang="en-US" dirty="0"/>
              <a:t> to read the string</a:t>
            </a:r>
          </a:p>
          <a:p>
            <a:pPr lvl="2">
              <a:lnSpc>
                <a:spcPct val="97000"/>
              </a:lnSpc>
            </a:pPr>
            <a:r>
              <a:rPr lang="en-US" dirty="0"/>
              <a:t>Or use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%ns</a:t>
            </a:r>
            <a:r>
              <a:rPr lang="en-US" b="1" dirty="0"/>
              <a:t> </a:t>
            </a:r>
            <a:r>
              <a:rPr lang="en-US" dirty="0"/>
              <a:t>where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dirty="0"/>
              <a:t> is a suitable integer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  <p:custDataLst>
              <p:tags r:id="rId3"/>
            </p:custDataLst>
          </p:nvPr>
        </p:nvSpPr>
        <p:spPr>
          <a:xfrm>
            <a:off x="11582400" y="6492875"/>
            <a:ext cx="609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rgbClr val="4B2A85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9pPr>
          </a:lstStyle>
          <a:p>
            <a:fld id="{7CBE8339-D2AD-46DC-A898-FD1E949067F0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379908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133600" y="3932759"/>
            <a:ext cx="6035040" cy="224420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>
              <a:tabLst>
                <a:tab pos="457200" algn="l"/>
                <a:tab pos="1485900" algn="l"/>
              </a:tabLst>
            </a:pPr>
            <a:r>
              <a:rPr lang="en-US" sz="2000" i="1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/* Echo Line */</a:t>
            </a:r>
            <a:br>
              <a:rPr lang="en-US" sz="2000" i="1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void echo()</a:t>
            </a:r>
            <a:br>
              <a:rPr lang="en-US" sz="20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{</a:t>
            </a:r>
            <a:br>
              <a:rPr lang="en-US" sz="20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  char </a:t>
            </a:r>
            <a:r>
              <a:rPr lang="en-US" sz="2000" dirty="0" err="1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buf</a:t>
            </a:r>
            <a:r>
              <a:rPr lang="en-US" sz="20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[</a:t>
            </a:r>
            <a:r>
              <a:rPr lang="en-US" sz="2000" dirty="0">
                <a:solidFill>
                  <a:srgbClr val="C00000"/>
                </a:solidFill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8</a:t>
            </a:r>
            <a:r>
              <a:rPr lang="en-US" sz="20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];  </a:t>
            </a:r>
            <a:r>
              <a:rPr lang="en-US" sz="2000" i="1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/* Way too small! */</a:t>
            </a:r>
            <a:br>
              <a:rPr lang="en-US" sz="2000" i="1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  </a:t>
            </a:r>
            <a:r>
              <a:rPr lang="en-US" sz="2000" dirty="0" err="1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fgets</a:t>
            </a:r>
            <a:r>
              <a:rPr lang="en-US" sz="20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buf</a:t>
            </a:r>
            <a:r>
              <a:rPr lang="en-US" sz="20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, </a:t>
            </a:r>
            <a:r>
              <a:rPr lang="en-US" sz="2000" u="sng" dirty="0">
                <a:solidFill>
                  <a:srgbClr val="C00000"/>
                </a:solidFill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8</a:t>
            </a:r>
            <a:r>
              <a:rPr lang="en-US" sz="20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, </a:t>
            </a:r>
            <a:r>
              <a:rPr lang="en-US" sz="2000" dirty="0" err="1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stdin</a:t>
            </a:r>
            <a:r>
              <a:rPr lang="en-US" sz="20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);</a:t>
            </a:r>
            <a:br>
              <a:rPr lang="en-US" sz="20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  puts(</a:t>
            </a:r>
            <a:r>
              <a:rPr lang="en-US" sz="2000" dirty="0" err="1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buf</a:t>
            </a:r>
            <a:r>
              <a:rPr lang="en-US" sz="20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);</a:t>
            </a:r>
            <a:br>
              <a:rPr lang="en-US" sz="20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4629165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eaLnBrk="1" hangingPunct="1"/>
            <a:r>
              <a:rPr lang="en-US" dirty="0"/>
              <a:t>2) System-Level Protections</a:t>
            </a:r>
          </a:p>
        </p:txBody>
      </p:sp>
      <p:sp>
        <p:nvSpPr>
          <p:cNvPr id="38916" name="Rectangle 44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sz="2400" b="1" dirty="0"/>
              <a:t>Randomized stack offsets</a:t>
            </a:r>
          </a:p>
          <a:p>
            <a:pPr lvl="1"/>
            <a:r>
              <a:rPr lang="en-US" sz="2000" dirty="0"/>
              <a:t>At start of program, allocate </a:t>
            </a:r>
            <a:r>
              <a:rPr lang="en-US" sz="2000" dirty="0">
                <a:solidFill>
                  <a:srgbClr val="FF0000"/>
                </a:solidFill>
              </a:rPr>
              <a:t>random </a:t>
            </a:r>
            <a:r>
              <a:rPr lang="en-US" sz="2000" dirty="0"/>
              <a:t>amount of space on stack</a:t>
            </a:r>
          </a:p>
          <a:p>
            <a:pPr lvl="1"/>
            <a:r>
              <a:rPr lang="en-US" sz="2000" dirty="0"/>
              <a:t>Shifts stack addresses for entire program</a:t>
            </a:r>
          </a:p>
          <a:p>
            <a:pPr lvl="2"/>
            <a:r>
              <a:rPr lang="en-US" sz="1800" dirty="0"/>
              <a:t>Addresses will vary from one run to another</a:t>
            </a:r>
          </a:p>
          <a:p>
            <a:pPr lvl="1"/>
            <a:r>
              <a:rPr lang="en-US" sz="2000" dirty="0"/>
              <a:t>Makes it difficult for hacker to predict beginning of inserted code</a:t>
            </a:r>
          </a:p>
          <a:p>
            <a:pPr>
              <a:spcBef>
                <a:spcPts val="1200"/>
              </a:spcBef>
            </a:pPr>
            <a:r>
              <a:rPr lang="en-US" sz="2400" u="sng" dirty="0"/>
              <a:t>Example</a:t>
            </a:r>
            <a:r>
              <a:rPr lang="en-US" sz="2400" dirty="0"/>
              <a:t>:  Code from Slide 6 executed 5 times; address of variable 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  <a:ea typeface="Calibri Bold" charset="0"/>
                <a:cs typeface="Courier New" panose="02070309020205020404" pitchFamily="49" charset="0"/>
              </a:rPr>
              <a:t>local</a:t>
            </a:r>
            <a:r>
              <a:rPr lang="en-US" sz="2400" dirty="0"/>
              <a:t> =</a:t>
            </a:r>
          </a:p>
          <a:p>
            <a:pPr lvl="2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0x7ffd19d3f8ac</a:t>
            </a:r>
          </a:p>
          <a:p>
            <a:pPr lvl="2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0x7ffe8a462c2c</a:t>
            </a:r>
          </a:p>
          <a:p>
            <a:pPr lvl="2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0x7ffe927c905c</a:t>
            </a:r>
          </a:p>
          <a:p>
            <a:pPr lvl="2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0x7ffefd5c27dc</a:t>
            </a:r>
          </a:p>
          <a:p>
            <a:pPr lvl="2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0x7fffa0175afc</a:t>
            </a:r>
          </a:p>
          <a:p>
            <a:pPr lvl="1"/>
            <a:r>
              <a:rPr lang="en-US" sz="2000" dirty="0">
                <a:solidFill>
                  <a:srgbClr val="FF0000"/>
                </a:solidFill>
              </a:rPr>
              <a:t>Stack repositioned each time program executes</a:t>
            </a:r>
          </a:p>
          <a:p>
            <a:pPr lvl="1" eaLnBrk="1" hangingPunct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  <p:custDataLst>
              <p:tags r:id="rId3"/>
            </p:custDataLst>
          </p:nvPr>
        </p:nvSpPr>
        <p:spPr>
          <a:xfrm>
            <a:off x="11582400" y="6492875"/>
            <a:ext cx="609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rgbClr val="4B2A85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9pPr>
          </a:lstStyle>
          <a:p>
            <a:fld id="{7CBE8339-D2AD-46DC-A898-FD1E949067F0}" type="slidenum">
              <a:rPr lang="en-US" smtClean="0"/>
              <a:pPr/>
              <a:t>32</a:t>
            </a:fld>
            <a:endParaRPr lang="en-US"/>
          </a:p>
        </p:txBody>
      </p:sp>
      <p:grpSp>
        <p:nvGrpSpPr>
          <p:cNvPr id="52" name="Group 51"/>
          <p:cNvGrpSpPr/>
          <p:nvPr>
            <p:custDataLst>
              <p:tags r:id="rId4"/>
            </p:custDataLst>
          </p:nvPr>
        </p:nvGrpSpPr>
        <p:grpSpPr>
          <a:xfrm>
            <a:off x="7542150" y="1355785"/>
            <a:ext cx="2705515" cy="4568546"/>
            <a:chOff x="5963029" y="1704918"/>
            <a:chExt cx="2705515" cy="4573366"/>
          </a:xfrm>
        </p:grpSpPr>
        <p:sp>
          <p:nvSpPr>
            <p:cNvPr id="53" name="Rectangle 4"/>
            <p:cNvSpPr>
              <a:spLocks/>
            </p:cNvSpPr>
            <p:nvPr>
              <p:custDataLst>
                <p:tags r:id="rId9"/>
              </p:custDataLst>
            </p:nvPr>
          </p:nvSpPr>
          <p:spPr bwMode="auto">
            <a:xfrm>
              <a:off x="7398544" y="2981408"/>
              <a:ext cx="1270000" cy="496314"/>
            </a:xfrm>
            <a:prstGeom prst="rect">
              <a:avLst/>
            </a:prstGeom>
            <a:solidFill>
              <a:srgbClr val="F2F2F2"/>
            </a:solidFill>
            <a:ln w="25400" cap="flat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pPr algn="ctr" defTabSz="914400">
                <a:defRPr/>
              </a:pPr>
              <a:r>
                <a:rPr lang="en-US" sz="1600" kern="0" dirty="0">
                  <a:solidFill>
                    <a:srgbClr val="000000"/>
                  </a:solidFill>
                  <a:latin typeface="Courier New" panose="02070309020205020404" pitchFamily="49" charset="0"/>
                  <a:ea typeface="Calibri Bold" charset="0"/>
                  <a:cs typeface="Courier New" panose="02070309020205020404" pitchFamily="49" charset="0"/>
                  <a:sym typeface="Calibri Bold" charset="0"/>
                </a:rPr>
                <a:t>m</a:t>
              </a:r>
              <a:r>
                <a:rPr lang="en-US" sz="1600" kern="0" dirty="0" err="1">
                  <a:solidFill>
                    <a:srgbClr val="000000"/>
                  </a:solidFill>
                  <a:latin typeface="Courier New" panose="02070309020205020404" pitchFamily="49" charset="0"/>
                  <a:ea typeface="Calibri Bold" charset="0"/>
                  <a:cs typeface="Courier New" panose="02070309020205020404" pitchFamily="49" charset="0"/>
                  <a:sym typeface="Calibri Bold" charset="0"/>
                </a:rPr>
                <a:t>ain</a:t>
              </a:r>
              <a:r>
                <a:rPr lang="en-US" sz="1600" dirty="0" err="1">
                  <a:latin typeface="Calibri" panose="020F0502020204030204" pitchFamily="34" charset="0"/>
                  <a:cs typeface="Calibri" panose="020F0502020204030204" pitchFamily="34" charset="0"/>
                  <a:sym typeface="Calibri Bold" charset="0"/>
                </a:rPr>
                <a:t>’s</a:t>
              </a:r>
              <a:r>
                <a:rPr lang="en-US" sz="1400" kern="0" dirty="0">
                  <a:solidFill>
                    <a:srgbClr val="000000"/>
                  </a:solidFill>
                  <a:latin typeface="Anonymous Pro" panose="02060609030202000504" pitchFamily="49" charset="0"/>
                  <a:ea typeface="Calibri Bold" charset="0"/>
                  <a:cs typeface="Courier New"/>
                  <a:sym typeface="Calibri Bold" charset="0"/>
                </a:rPr>
                <a:t> </a:t>
              </a:r>
              <a:br>
                <a:rPr lang="en-US" sz="1400" kern="0" dirty="0">
                  <a:solidFill>
                    <a:srgbClr val="000000"/>
                  </a:solidFill>
                  <a:latin typeface="Anonymous Pro" panose="02060609030202000504" pitchFamily="49" charset="0"/>
                  <a:ea typeface="Calibri Bold" charset="0"/>
                  <a:cs typeface="Courier New"/>
                  <a:sym typeface="Calibri Bold" charset="0"/>
                </a:rPr>
              </a:br>
              <a:r>
                <a:rPr lang="en-US" sz="1600" kern="0" dirty="0">
                  <a:solidFill>
                    <a:srgbClr val="000000"/>
                  </a:solidFill>
                  <a:latin typeface="Calibri Bold" charset="0"/>
                  <a:ea typeface="Calibri Bold" charset="0"/>
                  <a:cs typeface="Calibri Bold" charset="0"/>
                  <a:sym typeface="Calibri Bold" charset="0"/>
                </a:rPr>
                <a:t>stack frame</a:t>
              </a:r>
              <a:endParaRPr lang="en-US" kern="0" dirty="0">
                <a:solidFill>
                  <a:srgbClr val="000000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endParaRPr>
            </a:p>
          </p:txBody>
        </p:sp>
        <p:sp>
          <p:nvSpPr>
            <p:cNvPr id="54" name="Rectangle 5"/>
            <p:cNvSpPr>
              <a:spLocks/>
            </p:cNvSpPr>
            <p:nvPr>
              <p:custDataLst>
                <p:tags r:id="rId10"/>
              </p:custDataLst>
            </p:nvPr>
          </p:nvSpPr>
          <p:spPr bwMode="auto">
            <a:xfrm>
              <a:off x="7398544" y="3477722"/>
              <a:ext cx="1270000" cy="116112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/>
            <a:p>
              <a:pPr algn="ctr" defTabSz="914400">
                <a:defRPr/>
              </a:pPr>
              <a:r>
                <a:rPr lang="en-US" kern="0" dirty="0">
                  <a:solidFill>
                    <a:srgbClr val="000000"/>
                  </a:solidFill>
                  <a:latin typeface="Calibri Bold" charset="0"/>
                  <a:ea typeface="Calibri Bold" charset="0"/>
                  <a:cs typeface="Calibri Bold" charset="0"/>
                  <a:sym typeface="Calibri Bold" charset="0"/>
                </a:rPr>
                <a:t>Other functions’ stack frames</a:t>
              </a:r>
            </a:p>
          </p:txBody>
        </p:sp>
        <p:sp>
          <p:nvSpPr>
            <p:cNvPr id="56" name="Rectangle 9"/>
            <p:cNvSpPr>
              <a:spLocks/>
            </p:cNvSpPr>
            <p:nvPr>
              <p:custDataLst>
                <p:tags r:id="rId11"/>
              </p:custDataLst>
            </p:nvPr>
          </p:nvSpPr>
          <p:spPr bwMode="auto">
            <a:xfrm>
              <a:off x="7398544" y="1709738"/>
              <a:ext cx="1270000" cy="1273306"/>
            </a:xfrm>
            <a:prstGeom prst="rect">
              <a:avLst/>
            </a:prstGeom>
            <a:solidFill>
              <a:srgbClr val="FF9999"/>
            </a:solidFill>
            <a:ln w="25400" cap="flat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pPr defTabSz="914400">
                <a:defRPr/>
              </a:pPr>
              <a:endParaRPr lang="en-US" kern="0" dirty="0">
                <a:solidFill>
                  <a:srgbClr val="000000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endParaRPr>
            </a:p>
          </p:txBody>
        </p:sp>
        <p:sp>
          <p:nvSpPr>
            <p:cNvPr id="57" name="Rectangle 10"/>
            <p:cNvSpPr>
              <a:spLocks/>
            </p:cNvSpPr>
            <p:nvPr>
              <p:custDataLst>
                <p:tags r:id="rId12"/>
              </p:custDataLst>
            </p:nvPr>
          </p:nvSpPr>
          <p:spPr bwMode="auto">
            <a:xfrm>
              <a:off x="5963029" y="2243138"/>
              <a:ext cx="1019511" cy="6316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>
              <a:spAutoFit/>
            </a:bodyPr>
            <a:lstStyle/>
            <a:p>
              <a:pPr algn="r" defTabSz="914400">
                <a:defRPr/>
              </a:pPr>
              <a:r>
                <a:rPr lang="en-US" kern="0" dirty="0">
                  <a:solidFill>
                    <a:srgbClr val="000000"/>
                  </a:solidFill>
                  <a:latin typeface="Calibri Bold" charset="0"/>
                  <a:ea typeface="Calibri Bold" charset="0"/>
                  <a:cs typeface="Calibri Bold" charset="0"/>
                  <a:sym typeface="Calibri Bold" charset="0"/>
                </a:rPr>
                <a:t>Random</a:t>
              </a:r>
            </a:p>
            <a:p>
              <a:pPr algn="r" defTabSz="914400">
                <a:defRPr/>
              </a:pPr>
              <a:r>
                <a:rPr lang="en-US" kern="0" dirty="0">
                  <a:solidFill>
                    <a:srgbClr val="000000"/>
                  </a:solidFill>
                  <a:latin typeface="Calibri Bold" charset="0"/>
                  <a:ea typeface="Calibri Bold" charset="0"/>
                  <a:cs typeface="Calibri Bold" charset="0"/>
                  <a:sym typeface="Calibri Bold" charset="0"/>
                </a:rPr>
                <a:t>allocation</a:t>
              </a:r>
            </a:p>
          </p:txBody>
        </p:sp>
        <p:sp>
          <p:nvSpPr>
            <p:cNvPr id="58" name="AutoShape 11"/>
            <p:cNvSpPr>
              <a:spLocks/>
            </p:cNvSpPr>
            <p:nvPr>
              <p:custDataLst>
                <p:tags r:id="rId13"/>
              </p:custDataLst>
            </p:nvPr>
          </p:nvSpPr>
          <p:spPr bwMode="auto">
            <a:xfrm>
              <a:off x="7150767" y="1704918"/>
              <a:ext cx="228600" cy="1278126"/>
            </a:xfrm>
            <a:custGeom>
              <a:avLst/>
              <a:gdLst>
                <a:gd name="T0" fmla="*/ 10800 w 21600"/>
                <a:gd name="T1" fmla="*/ 10800 h 21600"/>
              </a:gdLst>
              <a:ahLst/>
              <a:cxnLst>
                <a:cxn ang="0">
                  <a:pos x="T0" y="T1"/>
                </a:cxn>
              </a:cxnLst>
              <a:rect l="0" t="0" r="r" b="b"/>
              <a:pathLst>
                <a:path w="21600" h="21600">
                  <a:moveTo>
                    <a:pt x="21600" y="21600"/>
                  </a:moveTo>
                  <a:cubicBezTo>
                    <a:pt x="15635" y="21600"/>
                    <a:pt x="10800" y="20875"/>
                    <a:pt x="10800" y="19980"/>
                  </a:cubicBezTo>
                  <a:lnTo>
                    <a:pt x="10800" y="12420"/>
                  </a:lnTo>
                  <a:cubicBezTo>
                    <a:pt x="10800" y="11525"/>
                    <a:pt x="5965" y="10800"/>
                    <a:pt x="0" y="10800"/>
                  </a:cubicBezTo>
                  <a:cubicBezTo>
                    <a:pt x="5965" y="10800"/>
                    <a:pt x="10800" y="10075"/>
                    <a:pt x="10800" y="9180"/>
                  </a:cubicBezTo>
                  <a:lnTo>
                    <a:pt x="10800" y="1620"/>
                  </a:lnTo>
                  <a:cubicBezTo>
                    <a:pt x="10800" y="725"/>
                    <a:pt x="15635" y="0"/>
                    <a:pt x="21600" y="0"/>
                  </a:cubicBezTo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defTabSz="914400">
                <a:defRPr/>
              </a:pPr>
              <a:endParaRPr lang="en-US" kern="0" dirty="0">
                <a:solidFill>
                  <a:sysClr val="windowText" lastClr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60" name="Rectangle 7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7398544" y="4638842"/>
              <a:ext cx="1270000" cy="381000"/>
            </a:xfrm>
            <a:prstGeom prst="rect">
              <a:avLst/>
            </a:prstGeom>
            <a:solidFill>
              <a:srgbClr val="A5A5E9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r>
                <a:rPr lang="en-US" dirty="0">
                  <a:latin typeface="Calibri" pitchFamily="34" charset="0"/>
                </a:rPr>
                <a:t>B?</a:t>
              </a:r>
            </a:p>
          </p:txBody>
        </p:sp>
        <p:sp>
          <p:nvSpPr>
            <p:cNvPr id="61" name="Text Box 16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6561519" y="5908952"/>
              <a:ext cx="421021" cy="36933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r" eaLnBrk="0" hangingPunct="0"/>
              <a:r>
                <a:rPr lang="en-US" dirty="0">
                  <a:latin typeface="Calibri" pitchFamily="34" charset="0"/>
                </a:rPr>
                <a:t>B?</a:t>
              </a:r>
            </a:p>
          </p:txBody>
        </p:sp>
        <p:sp>
          <p:nvSpPr>
            <p:cNvPr id="62" name="Line 17"/>
            <p:cNvSpPr>
              <a:spLocks noChangeShapeType="1"/>
            </p:cNvSpPr>
            <p:nvPr>
              <p:custDataLst>
                <p:tags r:id="rId16"/>
              </p:custDataLst>
            </p:nvPr>
          </p:nvSpPr>
          <p:spPr bwMode="auto">
            <a:xfrm>
              <a:off x="6982540" y="6096000"/>
              <a:ext cx="3968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endParaRPr lang="en-US" dirty="0">
                <a:latin typeface="Calibri" panose="020F0502020204030204" pitchFamily="34" charset="0"/>
              </a:endParaRPr>
            </a:p>
          </p:txBody>
        </p:sp>
        <p:sp>
          <p:nvSpPr>
            <p:cNvPr id="63" name="Rectangle 18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7398544" y="5535098"/>
              <a:ext cx="1270000" cy="64611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pPr eaLnBrk="0" hangingPunct="0">
                <a:defRPr/>
              </a:pPr>
              <a:r>
                <a:rPr lang="en-US" dirty="0">
                  <a:latin typeface="Calibri" pitchFamily="34" charset="0"/>
                </a:rPr>
                <a:t>exploit</a:t>
              </a:r>
            </a:p>
            <a:p>
              <a:pPr eaLnBrk="0" hangingPunct="0">
                <a:defRPr/>
              </a:pPr>
              <a:r>
                <a:rPr lang="en-US" dirty="0">
                  <a:latin typeface="Calibri" pitchFamily="34" charset="0"/>
                </a:rPr>
                <a:t>code</a:t>
              </a:r>
            </a:p>
          </p:txBody>
        </p:sp>
        <p:sp>
          <p:nvSpPr>
            <p:cNvPr id="64" name="Rectangle 19"/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7398544" y="5016392"/>
              <a:ext cx="1270000" cy="51870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eaLnBrk="0" hangingPunct="0">
                <a:defRPr/>
              </a:pPr>
              <a:r>
                <a:rPr lang="en-US" dirty="0">
                  <a:latin typeface="Calibri" pitchFamily="34" charset="0"/>
                </a:rPr>
                <a:t>pad</a:t>
              </a:r>
            </a:p>
          </p:txBody>
        </p:sp>
      </p:grpSp>
      <p:sp>
        <p:nvSpPr>
          <p:cNvPr id="23" name="TextBox 22"/>
          <p:cNvSpPr txBox="1"/>
          <p:nvPr>
            <p:custDataLst>
              <p:tags r:id="rId5"/>
            </p:custDataLst>
          </p:nvPr>
        </p:nvSpPr>
        <p:spPr>
          <a:xfrm>
            <a:off x="8955823" y="5832286"/>
            <a:ext cx="12884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60000"/>
                    <a:lumOff val="40000"/>
                  </a:schemeClr>
                </a:solidFill>
                <a:latin typeface="Calibri" pitchFamily="34" charset="0"/>
              </a:rPr>
              <a:t>Low Addresses</a:t>
            </a:r>
          </a:p>
        </p:txBody>
      </p:sp>
      <p:sp>
        <p:nvSpPr>
          <p:cNvPr id="24" name="TextBox 23"/>
          <p:cNvSpPr txBox="1"/>
          <p:nvPr>
            <p:custDataLst>
              <p:tags r:id="rId6"/>
            </p:custDataLst>
          </p:nvPr>
        </p:nvSpPr>
        <p:spPr>
          <a:xfrm>
            <a:off x="8985653" y="849069"/>
            <a:ext cx="13240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60000"/>
                    <a:lumOff val="40000"/>
                  </a:schemeClr>
                </a:solidFill>
                <a:latin typeface="Calibri" pitchFamily="34" charset="0"/>
              </a:rPr>
              <a:t>High Addresses</a:t>
            </a:r>
          </a:p>
        </p:txBody>
      </p:sp>
      <p:cxnSp>
        <p:nvCxnSpPr>
          <p:cNvPr id="9" name="Straight Connector 8"/>
          <p:cNvCxnSpPr/>
          <p:nvPr>
            <p:custDataLst>
              <p:tags r:id="rId7"/>
            </p:custDataLst>
          </p:nvPr>
        </p:nvCxnSpPr>
        <p:spPr bwMode="auto">
          <a:xfrm flipV="1">
            <a:off x="10247664" y="1034321"/>
            <a:ext cx="0" cy="321464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Straight Connector 26"/>
          <p:cNvCxnSpPr/>
          <p:nvPr>
            <p:custDataLst>
              <p:tags r:id="rId8"/>
            </p:custDataLst>
          </p:nvPr>
        </p:nvCxnSpPr>
        <p:spPr bwMode="auto">
          <a:xfrm flipV="1">
            <a:off x="8976014" y="1066801"/>
            <a:ext cx="0" cy="321464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86818635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eaLnBrk="1" hangingPunct="1"/>
            <a:r>
              <a:rPr lang="en-US" dirty="0"/>
              <a:t>2) System-Level Protections</a:t>
            </a:r>
          </a:p>
        </p:txBody>
      </p:sp>
      <p:sp>
        <p:nvSpPr>
          <p:cNvPr id="38916" name="Rectangle 44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sz="2400" b="1" dirty="0"/>
              <a:t>Non-executable code segments</a:t>
            </a:r>
          </a:p>
          <a:p>
            <a:pPr lvl="1"/>
            <a:r>
              <a:rPr lang="en-US" sz="2000" dirty="0"/>
              <a:t>In traditional x86, can mark region of memory as either “read-only” or “writeable”</a:t>
            </a:r>
          </a:p>
          <a:p>
            <a:pPr lvl="2"/>
            <a:r>
              <a:rPr lang="en-US" sz="1800" dirty="0"/>
              <a:t>Can execute anything readable</a:t>
            </a:r>
          </a:p>
          <a:p>
            <a:pPr lvl="1"/>
            <a:r>
              <a:rPr lang="en-US" sz="2000" dirty="0"/>
              <a:t>x86-64 added  explicit “execute” permission</a:t>
            </a:r>
          </a:p>
          <a:p>
            <a:pPr lvl="1"/>
            <a:r>
              <a:rPr lang="en-US" sz="2000" dirty="0">
                <a:solidFill>
                  <a:srgbClr val="FF0000"/>
                </a:solidFill>
              </a:rPr>
              <a:t>Stack marked as non-executable</a:t>
            </a:r>
          </a:p>
          <a:p>
            <a:pPr lvl="2"/>
            <a:r>
              <a:rPr lang="en-US" sz="1800" dirty="0"/>
              <a:t>Do </a:t>
            </a:r>
            <a:r>
              <a:rPr lang="en-US" sz="1800" i="1" dirty="0"/>
              <a:t>NOT</a:t>
            </a:r>
            <a:r>
              <a:rPr lang="en-US" sz="1800" dirty="0"/>
              <a:t> execute code in Stack, Static Data, or Heap regions</a:t>
            </a:r>
          </a:p>
          <a:p>
            <a:pPr lvl="2"/>
            <a:r>
              <a:rPr lang="en-US" sz="1800" dirty="0"/>
              <a:t>Hardware support needed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  <p:custDataLst>
              <p:tags r:id="rId3"/>
            </p:custDataLst>
          </p:nvPr>
        </p:nvSpPr>
        <p:spPr>
          <a:xfrm>
            <a:off x="11582400" y="6492875"/>
            <a:ext cx="609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rgbClr val="4B2A85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9pPr>
          </a:lstStyle>
          <a:p>
            <a:fld id="{7CBE8339-D2AD-46DC-A898-FD1E949067F0}" type="slidenum">
              <a:rPr lang="en-US" smtClean="0"/>
              <a:pPr/>
              <a:t>33</a:t>
            </a:fld>
            <a:endParaRPr lang="en-US"/>
          </a:p>
        </p:txBody>
      </p:sp>
      <p:grpSp>
        <p:nvGrpSpPr>
          <p:cNvPr id="16" name="Group 15"/>
          <p:cNvGrpSpPr/>
          <p:nvPr>
            <p:custDataLst>
              <p:tags r:id="rId4"/>
            </p:custDataLst>
          </p:nvPr>
        </p:nvGrpSpPr>
        <p:grpSpPr>
          <a:xfrm>
            <a:off x="6461761" y="1371600"/>
            <a:ext cx="3841359" cy="4246616"/>
            <a:chOff x="4021138" y="1100084"/>
            <a:chExt cx="3841359" cy="4246616"/>
          </a:xfrm>
        </p:grpSpPr>
        <p:sp>
          <p:nvSpPr>
            <p:cNvPr id="17" name="Text Box 6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5473699" y="1100084"/>
              <a:ext cx="1597937" cy="549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>
                <a:lnSpc>
                  <a:spcPct val="80000"/>
                </a:lnSpc>
              </a:pPr>
              <a:r>
                <a:rPr lang="en-US" dirty="0">
                  <a:latin typeface="Calibri" pitchFamily="34" charset="0"/>
                </a:rPr>
                <a:t>Stack after call </a:t>
              </a:r>
            </a:p>
            <a:p>
              <a:pPr algn="ctr" eaLnBrk="0" hangingPunct="0">
                <a:lnSpc>
                  <a:spcPct val="80000"/>
                </a:lnSpc>
              </a:pPr>
              <a:r>
                <a:rPr lang="en-US" dirty="0">
                  <a:latin typeface="Calibri" pitchFamily="34" charset="0"/>
                </a:rPr>
                <a:t>to 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gets()</a:t>
              </a:r>
            </a:p>
          </p:txBody>
        </p:sp>
        <p:sp>
          <p:nvSpPr>
            <p:cNvPr id="18" name="Rectangle 7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5727700" y="2819400"/>
              <a:ext cx="1066800" cy="381000"/>
            </a:xfrm>
            <a:prstGeom prst="rect">
              <a:avLst/>
            </a:prstGeom>
            <a:solidFill>
              <a:srgbClr val="A5A5E9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r>
                <a:rPr lang="en-US" dirty="0">
                  <a:latin typeface="Calibri" pitchFamily="34" charset="0"/>
                </a:rPr>
                <a:t>B</a:t>
              </a:r>
            </a:p>
          </p:txBody>
        </p:sp>
        <p:sp>
          <p:nvSpPr>
            <p:cNvPr id="19" name="Rectangle 8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5727700" y="1600200"/>
              <a:ext cx="1066800" cy="12192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20" name="Rectangle 11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5727700" y="4724400"/>
              <a:ext cx="1066800" cy="6223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endParaRPr lang="en-US" dirty="0">
                <a:latin typeface="Calibri" pitchFamily="34" charset="0"/>
              </a:endParaRPr>
            </a:p>
            <a:p>
              <a:pPr eaLnBrk="0" hangingPunct="0">
                <a:defRPr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21" name="Text Box 14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7121525" y="1870396"/>
              <a:ext cx="740972" cy="76264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>
                <a:lnSpc>
                  <a:spcPct val="80000"/>
                </a:lnSpc>
              </a:pP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foo</a:t>
              </a:r>
            </a:p>
            <a:p>
              <a:pPr eaLnBrk="0" hangingPunct="0">
                <a:lnSpc>
                  <a:spcPct val="80000"/>
                </a:lnSpc>
              </a:pPr>
              <a:r>
                <a:rPr lang="en-US" dirty="0">
                  <a:latin typeface="Calibri" pitchFamily="34" charset="0"/>
                </a:rPr>
                <a:t>stack</a:t>
              </a:r>
            </a:p>
            <a:p>
              <a:pPr eaLnBrk="0" hangingPunct="0">
                <a:lnSpc>
                  <a:spcPct val="80000"/>
                </a:lnSpc>
              </a:pPr>
              <a:r>
                <a:rPr lang="en-US" dirty="0">
                  <a:latin typeface="Calibri" pitchFamily="34" charset="0"/>
                </a:rPr>
                <a:t>frame</a:t>
              </a:r>
            </a:p>
          </p:txBody>
        </p:sp>
        <p:sp>
          <p:nvSpPr>
            <p:cNvPr id="22" name="Text Box 15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7121525" y="3477524"/>
              <a:ext cx="740972" cy="76264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>
                <a:lnSpc>
                  <a:spcPct val="80000"/>
                </a:lnSpc>
              </a:pP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bar</a:t>
              </a:r>
              <a:endParaRPr lang="en-US" dirty="0">
                <a:latin typeface="Calibri" pitchFamily="34" charset="0"/>
              </a:endParaRPr>
            </a:p>
            <a:p>
              <a:pPr eaLnBrk="0" hangingPunct="0">
                <a:lnSpc>
                  <a:spcPct val="80000"/>
                </a:lnSpc>
              </a:pPr>
              <a:r>
                <a:rPr lang="en-US" dirty="0">
                  <a:latin typeface="Calibri" pitchFamily="34" charset="0"/>
                </a:rPr>
                <a:t>stack</a:t>
              </a:r>
            </a:p>
            <a:p>
              <a:pPr eaLnBrk="0" hangingPunct="0">
                <a:lnSpc>
                  <a:spcPct val="80000"/>
                </a:lnSpc>
              </a:pPr>
              <a:r>
                <a:rPr lang="en-US" dirty="0">
                  <a:latin typeface="Calibri" pitchFamily="34" charset="0"/>
                </a:rPr>
                <a:t>frame</a:t>
              </a:r>
            </a:p>
          </p:txBody>
        </p:sp>
        <p:sp>
          <p:nvSpPr>
            <p:cNvPr id="23" name="Text Box 16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4975225" y="4478338"/>
              <a:ext cx="314325" cy="36988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>
                  <a:latin typeface="Calibri" pitchFamily="34" charset="0"/>
                </a:rPr>
                <a:t>B</a:t>
              </a:r>
            </a:p>
          </p:txBody>
        </p:sp>
        <p:sp>
          <p:nvSpPr>
            <p:cNvPr id="24" name="Line 17"/>
            <p:cNvSpPr>
              <a:spLocks noChangeShapeType="1"/>
            </p:cNvSpPr>
            <p:nvPr>
              <p:custDataLst>
                <p:tags r:id="rId14"/>
              </p:custDataLst>
            </p:nvPr>
          </p:nvSpPr>
          <p:spPr bwMode="auto">
            <a:xfrm>
              <a:off x="5267325" y="4665663"/>
              <a:ext cx="3968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endParaRPr lang="en-US" dirty="0">
                <a:latin typeface="Calibri" panose="020F0502020204030204" pitchFamily="34" charset="0"/>
              </a:endParaRPr>
            </a:p>
          </p:txBody>
        </p:sp>
        <p:sp>
          <p:nvSpPr>
            <p:cNvPr id="25" name="Rectangle 18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5727700" y="4078288"/>
              <a:ext cx="1066800" cy="64611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eaLnBrk="0" hangingPunct="0">
                <a:defRPr/>
              </a:pPr>
              <a:r>
                <a:rPr lang="en-US" dirty="0">
                  <a:latin typeface="Calibri" pitchFamily="34" charset="0"/>
                </a:rPr>
                <a:t>exploit</a:t>
              </a:r>
            </a:p>
            <a:p>
              <a:pPr eaLnBrk="0" hangingPunct="0">
                <a:defRPr/>
              </a:pPr>
              <a:r>
                <a:rPr lang="en-US" dirty="0">
                  <a:latin typeface="Calibri" pitchFamily="34" charset="0"/>
                </a:rPr>
                <a:t>code</a:t>
              </a:r>
            </a:p>
          </p:txBody>
        </p:sp>
        <p:sp>
          <p:nvSpPr>
            <p:cNvPr id="26" name="Rectangle 19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5727700" y="3159125"/>
              <a:ext cx="1065213" cy="93662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eaLnBrk="0" hangingPunct="0">
                <a:defRPr/>
              </a:pPr>
              <a:r>
                <a:rPr lang="en-US" dirty="0">
                  <a:latin typeface="Calibri" pitchFamily="34" charset="0"/>
                </a:rPr>
                <a:t>pad</a:t>
              </a:r>
            </a:p>
          </p:txBody>
        </p:sp>
        <p:sp>
          <p:nvSpPr>
            <p:cNvPr id="27" name="Text Box 21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4021138" y="3451225"/>
              <a:ext cx="1371600" cy="646113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eaLnBrk="0" hangingPunct="0"/>
              <a:r>
                <a:rPr lang="en-US" dirty="0">
                  <a:latin typeface="Calibri" pitchFamily="34" charset="0"/>
                </a:rPr>
                <a:t>data written</a:t>
              </a:r>
            </a:p>
            <a:p>
              <a:pPr eaLnBrk="0" hangingPunct="0"/>
              <a:r>
                <a:rPr lang="en-US" dirty="0">
                  <a:latin typeface="Calibri" pitchFamily="34" charset="0"/>
                </a:rPr>
                <a:t>by 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gets()</a:t>
              </a:r>
            </a:p>
          </p:txBody>
        </p:sp>
        <p:sp>
          <p:nvSpPr>
            <p:cNvPr id="28" name="AutoShape 16"/>
            <p:cNvSpPr>
              <a:spLocks/>
            </p:cNvSpPr>
            <p:nvPr>
              <p:custDataLst>
                <p:tags r:id="rId18"/>
              </p:custDataLst>
            </p:nvPr>
          </p:nvSpPr>
          <p:spPr bwMode="auto">
            <a:xfrm rot="10800000">
              <a:off x="6892925" y="1603004"/>
              <a:ext cx="228600" cy="1188720"/>
            </a:xfrm>
            <a:prstGeom prst="leftBrace">
              <a:avLst>
                <a:gd name="adj1" fmla="val 74991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>
                <a:latin typeface="Calibri" pitchFamily="34" charset="0"/>
              </a:endParaRPr>
            </a:p>
          </p:txBody>
        </p:sp>
        <p:sp>
          <p:nvSpPr>
            <p:cNvPr id="29" name="AutoShape 16"/>
            <p:cNvSpPr>
              <a:spLocks/>
            </p:cNvSpPr>
            <p:nvPr>
              <p:custDataLst>
                <p:tags r:id="rId19"/>
              </p:custDataLst>
            </p:nvPr>
          </p:nvSpPr>
          <p:spPr bwMode="auto">
            <a:xfrm rot="10800000">
              <a:off x="6892925" y="2837444"/>
              <a:ext cx="228600" cy="1920240"/>
            </a:xfrm>
            <a:prstGeom prst="leftBrace">
              <a:avLst>
                <a:gd name="adj1" fmla="val 74976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>
                <a:latin typeface="Calibri" pitchFamily="34" charset="0"/>
              </a:endParaRPr>
            </a:p>
          </p:txBody>
        </p:sp>
        <p:sp>
          <p:nvSpPr>
            <p:cNvPr id="30" name="AutoShape 16"/>
            <p:cNvSpPr>
              <a:spLocks/>
            </p:cNvSpPr>
            <p:nvPr>
              <p:custDataLst>
                <p:tags r:id="rId20"/>
              </p:custDataLst>
            </p:nvPr>
          </p:nvSpPr>
          <p:spPr bwMode="auto">
            <a:xfrm rot="10800000" flipH="1">
              <a:off x="5359400" y="2819400"/>
              <a:ext cx="228600" cy="1905000"/>
            </a:xfrm>
            <a:prstGeom prst="leftBrace">
              <a:avLst>
                <a:gd name="adj1" fmla="val 75000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>
                <a:latin typeface="Calibri" pitchFamily="34" charset="0"/>
              </a:endParaRPr>
            </a:p>
          </p:txBody>
        </p:sp>
      </p:grpSp>
      <p:cxnSp>
        <p:nvCxnSpPr>
          <p:cNvPr id="5" name="Straight Arrow Connector 4"/>
          <p:cNvCxnSpPr/>
          <p:nvPr>
            <p:custDataLst>
              <p:tags r:id="rId5"/>
            </p:custDataLst>
          </p:nvPr>
        </p:nvCxnSpPr>
        <p:spPr bwMode="auto">
          <a:xfrm flipV="1">
            <a:off x="7016513" y="4887916"/>
            <a:ext cx="1257283" cy="985889"/>
          </a:xfrm>
          <a:prstGeom prst="straightConnector1">
            <a:avLst/>
          </a:prstGeom>
          <a:noFill/>
          <a:ln w="254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1" name="TextBox 30"/>
          <p:cNvSpPr txBox="1"/>
          <p:nvPr>
            <p:custDataLst>
              <p:tags r:id="rId6"/>
            </p:custDataLst>
          </p:nvPr>
        </p:nvSpPr>
        <p:spPr>
          <a:xfrm>
            <a:off x="3806877" y="5942897"/>
            <a:ext cx="3993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FF0000"/>
                </a:solidFill>
                <a:latin typeface="Calibri" pitchFamily="34" charset="0"/>
              </a:rPr>
              <a:t>Any attempt to execute this code will fail</a:t>
            </a:r>
          </a:p>
        </p:txBody>
      </p:sp>
    </p:spTree>
    <p:extLst>
      <p:ext uri="{BB962C8B-B14F-4D97-AF65-F5344CB8AC3E}">
        <p14:creationId xmlns:p14="http://schemas.microsoft.com/office/powerpoint/2010/main" val="10938514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6" grpId="0" uiExpand="1" build="p"/>
      <p:bldP spid="3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eaLnBrk="1" hangingPunct="1"/>
            <a:r>
              <a:rPr lang="en-US" dirty="0"/>
              <a:t>3) Stack Canaries</a:t>
            </a:r>
          </a:p>
        </p:txBody>
      </p:sp>
      <p:sp>
        <p:nvSpPr>
          <p:cNvPr id="38916" name="Rectangle 44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pPr eaLnBrk="1" hangingPunct="1"/>
            <a:r>
              <a:rPr lang="en-US" dirty="0"/>
              <a:t>Basic Idea:  place special value (“canary”) on stack just beyond buffer</a:t>
            </a:r>
          </a:p>
          <a:p>
            <a:pPr lvl="1"/>
            <a:r>
              <a:rPr lang="en-US" i="1" dirty="0"/>
              <a:t>Secret</a:t>
            </a:r>
            <a:r>
              <a:rPr lang="en-US" dirty="0"/>
              <a:t> value known only to compiler</a:t>
            </a:r>
          </a:p>
          <a:p>
            <a:pPr lvl="1"/>
            <a:r>
              <a:rPr lang="en-US" dirty="0"/>
              <a:t>“After” buffer but before return address</a:t>
            </a:r>
          </a:p>
          <a:p>
            <a:pPr lvl="1" eaLnBrk="1" hangingPunct="1"/>
            <a:r>
              <a:rPr lang="en-US" dirty="0"/>
              <a:t>Check for corruption before exiting function</a:t>
            </a:r>
          </a:p>
          <a:p>
            <a:pPr eaLnBrk="1" hangingPunct="1"/>
            <a:r>
              <a:rPr lang="en-US" dirty="0"/>
              <a:t>GCC implementation  (now default)</a:t>
            </a:r>
          </a:p>
          <a:p>
            <a:pPr lvl="1" eaLnBrk="1" hangingPunct="1"/>
            <a:r>
              <a:rPr lang="en-US" dirty="0"/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fstack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-protector</a:t>
            </a:r>
          </a:p>
          <a:p>
            <a:pPr lvl="1"/>
            <a:r>
              <a:rPr lang="en-US" dirty="0"/>
              <a:t>Code back on Slide 14 (</a:t>
            </a:r>
            <a:r>
              <a:rPr lang="en-US" dirty="0" err="1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buf-nsp</a:t>
            </a:r>
            <a:r>
              <a:rPr lang="en-US" dirty="0">
                <a:latin typeface="Calibri" charset="0"/>
                <a:ea typeface="Calibri" charset="0"/>
                <a:cs typeface="Calibri" charset="0"/>
              </a:rPr>
              <a:t>)</a:t>
            </a:r>
            <a:r>
              <a:rPr lang="en-US" dirty="0"/>
              <a:t> compiled with </a:t>
            </a:r>
            <a:br>
              <a:rPr lang="en-US" dirty="0"/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–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fno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-stack-protector</a:t>
            </a:r>
            <a:r>
              <a:rPr lang="en-US" dirty="0"/>
              <a:t> flag</a:t>
            </a:r>
          </a:p>
          <a:p>
            <a:pPr lvl="1" eaLnBrk="1" hangingPunct="1"/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  <p:custDataLst>
              <p:tags r:id="rId3"/>
            </p:custDataLst>
          </p:nvPr>
        </p:nvSpPr>
        <p:spPr>
          <a:xfrm>
            <a:off x="11582400" y="6492875"/>
            <a:ext cx="609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rgbClr val="4B2A85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 Narrow" pitchFamily="34" charset="0"/>
                <a:ea typeface="+mn-ea"/>
                <a:cs typeface="+mn-cs"/>
              </a:defRPr>
            </a:lvl9pPr>
          </a:lstStyle>
          <a:p>
            <a:fld id="{7CBE8339-D2AD-46DC-A898-FD1E949067F0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5" name="Rectangle 3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798320" y="5310188"/>
            <a:ext cx="4114800" cy="828675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  <a:defRPr/>
            </a:pPr>
            <a:r>
              <a:rPr lang="en-US" sz="1600" dirty="0" err="1">
                <a:solidFill>
                  <a:schemeClr val="bg1"/>
                </a:solidFill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unix</a:t>
            </a: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&gt;</a:t>
            </a:r>
            <a:r>
              <a:rPr lang="en-US" sz="1600" i="1" dirty="0">
                <a:solidFill>
                  <a:schemeClr val="bg1"/>
                </a:solidFill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./</a:t>
            </a:r>
            <a:r>
              <a:rPr lang="en-US" sz="1600" i="1" dirty="0" err="1">
                <a:solidFill>
                  <a:schemeClr val="bg1"/>
                </a:solidFill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buf</a:t>
            </a:r>
            <a:endParaRPr lang="en-US" sz="1600" i="1" dirty="0">
              <a:solidFill>
                <a:schemeClr val="bg1"/>
              </a:solidFill>
              <a:latin typeface="Courier New" panose="02070309020205020404" pitchFamily="49" charset="0"/>
              <a:ea typeface="MS Mincho" pitchFamily="49" charset="-128"/>
              <a:cs typeface="Courier New" panose="02070309020205020404" pitchFamily="49" charset="0"/>
            </a:endParaRPr>
          </a:p>
          <a:p>
            <a:pPr eaLnBrk="0" hangingPunct="0">
              <a:tabLst>
                <a:tab pos="457200" algn="l"/>
                <a:tab pos="1485900" algn="l"/>
              </a:tabLst>
              <a:defRPr/>
            </a:pP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Enter string: </a:t>
            </a:r>
            <a:r>
              <a:rPr lang="en-US" sz="1600" i="1" dirty="0">
                <a:solidFill>
                  <a:schemeClr val="bg1"/>
                </a:solidFill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12345678</a:t>
            </a:r>
          </a:p>
          <a:p>
            <a:pPr eaLnBrk="0" hangingPunct="0">
              <a:tabLst>
                <a:tab pos="457200" algn="l"/>
                <a:tab pos="1485900" algn="l"/>
              </a:tabLst>
              <a:defRPr/>
            </a:pP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12345678</a:t>
            </a:r>
          </a:p>
        </p:txBody>
      </p:sp>
      <p:sp>
        <p:nvSpPr>
          <p:cNvPr id="6" name="Rectangle 4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278880" y="5310188"/>
            <a:ext cx="4114800" cy="828675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  <a:defRPr/>
            </a:pPr>
            <a:r>
              <a:rPr lang="en-US" sz="1600" dirty="0" err="1">
                <a:solidFill>
                  <a:schemeClr val="bg1"/>
                </a:solidFill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unix</a:t>
            </a: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&gt; </a:t>
            </a:r>
            <a:r>
              <a:rPr lang="en-US" sz="1600" i="1" dirty="0">
                <a:solidFill>
                  <a:schemeClr val="bg1"/>
                </a:solidFill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./</a:t>
            </a:r>
            <a:r>
              <a:rPr lang="en-US" sz="1600" i="1" dirty="0" err="1">
                <a:solidFill>
                  <a:schemeClr val="bg1"/>
                </a:solidFill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buf</a:t>
            </a:r>
            <a:endParaRPr lang="en-US" sz="1600" i="1" dirty="0">
              <a:solidFill>
                <a:schemeClr val="bg1"/>
              </a:solidFill>
              <a:latin typeface="Courier New" panose="02070309020205020404" pitchFamily="49" charset="0"/>
              <a:ea typeface="MS Mincho" pitchFamily="49" charset="-128"/>
              <a:cs typeface="Courier New" panose="02070309020205020404" pitchFamily="49" charset="0"/>
            </a:endParaRPr>
          </a:p>
          <a:p>
            <a:pPr eaLnBrk="0" hangingPunct="0">
              <a:tabLst>
                <a:tab pos="457200" algn="l"/>
                <a:tab pos="1485900" algn="l"/>
              </a:tabLst>
              <a:defRPr/>
            </a:pP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Enter string: </a:t>
            </a:r>
            <a:r>
              <a:rPr lang="en-US" sz="1600" i="1" dirty="0">
                <a:solidFill>
                  <a:schemeClr val="bg1"/>
                </a:solidFill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123456789</a:t>
            </a:r>
          </a:p>
          <a:p>
            <a:pPr eaLnBrk="0" hangingPunct="0">
              <a:tabLst>
                <a:tab pos="457200" algn="l"/>
                <a:tab pos="1485900" algn="l"/>
              </a:tabLst>
              <a:defRPr/>
            </a:pP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*** stack smashing detected ***</a:t>
            </a:r>
          </a:p>
        </p:txBody>
      </p:sp>
    </p:spTree>
    <p:extLst>
      <p:ext uri="{BB962C8B-B14F-4D97-AF65-F5344CB8AC3E}">
        <p14:creationId xmlns:p14="http://schemas.microsoft.com/office/powerpoint/2010/main" val="312261250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eaLnBrk="1" hangingPunct="1"/>
            <a:r>
              <a:rPr lang="en-US" u="sng" dirty="0"/>
              <a:t>Protected</a:t>
            </a:r>
            <a:r>
              <a:rPr lang="en-US" dirty="0"/>
              <a:t> Buffer Disassembly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buf</a:t>
            </a:r>
            <a:r>
              <a:rPr lang="en-US" dirty="0"/>
              <a:t>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7374AE4-AC39-4E46-B36C-1C167E3FC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48516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499651" y="2232248"/>
            <a:ext cx="7562077" cy="4244752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en-US" sz="18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</a:t>
            </a:r>
            <a:r>
              <a:rPr lang="sk-SK" sz="18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400638: </a:t>
            </a:r>
            <a:r>
              <a:rPr lang="en-US" sz="18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</a:t>
            </a:r>
            <a:r>
              <a:rPr lang="sk-SK" sz="18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sub    $0x18,%rsp</a:t>
            </a:r>
          </a:p>
          <a:p>
            <a:pPr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sk-SK" sz="1800" dirty="0">
                <a:solidFill>
                  <a:srgbClr val="FF0000"/>
                </a:solidFill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40063c:  mov    %fs:0x28,%rax</a:t>
            </a:r>
          </a:p>
          <a:p>
            <a:pPr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en-US" sz="1800" dirty="0">
                <a:solidFill>
                  <a:srgbClr val="FF0000"/>
                </a:solidFill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</a:t>
            </a:r>
            <a:r>
              <a:rPr lang="sk-SK" sz="1800" dirty="0">
                <a:solidFill>
                  <a:srgbClr val="FF0000"/>
                </a:solidFill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400645:  mov    %rax,0x8(%rsp)</a:t>
            </a:r>
          </a:p>
          <a:p>
            <a:pPr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sk-SK" sz="1800" dirty="0">
                <a:solidFill>
                  <a:srgbClr val="FF0000"/>
                </a:solidFill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40064a:  xor    %eax,%eax</a:t>
            </a:r>
          </a:p>
          <a:p>
            <a:pPr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sk-SK" sz="18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</a:t>
            </a:r>
            <a:r>
              <a:rPr lang="en-US" sz="18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...     ... call </a:t>
            </a:r>
            <a:r>
              <a:rPr lang="en-US" sz="1800" dirty="0" err="1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printf</a:t>
            </a:r>
            <a:r>
              <a:rPr lang="en-US" sz="18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...</a:t>
            </a:r>
            <a:endParaRPr lang="sk-SK" sz="1800" dirty="0">
              <a:latin typeface="Courier New" panose="02070309020205020404" pitchFamily="49" charset="0"/>
              <a:ea typeface="MS Mincho" pitchFamily="49" charset="-128"/>
              <a:cs typeface="Courier New" panose="02070309020205020404" pitchFamily="49" charset="0"/>
            </a:endParaRPr>
          </a:p>
          <a:p>
            <a:pPr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sk-SK" sz="18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400656:  mov    %rsp,%rdi</a:t>
            </a:r>
          </a:p>
          <a:p>
            <a:pPr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sk-SK" sz="18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400659:  callq  400530 &lt;gets@plt&gt;</a:t>
            </a:r>
          </a:p>
          <a:p>
            <a:pPr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sk-SK" sz="18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40065e:  mov    %rsp,%rdi</a:t>
            </a:r>
          </a:p>
          <a:p>
            <a:pPr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sk-SK" sz="18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400661:  callq  4004e0 &lt;puts@plt&gt;</a:t>
            </a:r>
          </a:p>
          <a:p>
            <a:pPr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sk-SK" sz="1800" dirty="0">
                <a:solidFill>
                  <a:srgbClr val="FF0000"/>
                </a:solidFill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400666:  mov    0x8(%rsp),%rax</a:t>
            </a:r>
          </a:p>
          <a:p>
            <a:pPr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sk-SK" sz="1800" dirty="0">
                <a:solidFill>
                  <a:srgbClr val="FF0000"/>
                </a:solidFill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40066b:  xor    %fs:0x28,%rax</a:t>
            </a:r>
          </a:p>
          <a:p>
            <a:pPr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en-US" sz="1800" dirty="0">
                <a:solidFill>
                  <a:srgbClr val="FF0000"/>
                </a:solidFill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</a:t>
            </a:r>
            <a:r>
              <a:rPr lang="sk-SK" sz="1800" dirty="0">
                <a:solidFill>
                  <a:srgbClr val="FF0000"/>
                </a:solidFill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400674:  je     40067b &lt;echo+0x43&gt;</a:t>
            </a:r>
          </a:p>
          <a:p>
            <a:pPr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sk-SK" sz="1800" dirty="0">
                <a:solidFill>
                  <a:srgbClr val="FF0000"/>
                </a:solidFill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400676:  callq  4004f0 &lt;__stack_chk_fail@plt&gt;</a:t>
            </a:r>
          </a:p>
          <a:p>
            <a:pPr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sk-SK" sz="18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40067b:  add    $0x18,%rsp</a:t>
            </a:r>
          </a:p>
          <a:p>
            <a:pPr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sk-SK" sz="18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40067f:  retq</a:t>
            </a:r>
            <a:endParaRPr lang="ro-RO" sz="1800" dirty="0">
              <a:latin typeface="Courier New" panose="02070309020205020404" pitchFamily="49" charset="0"/>
              <a:ea typeface="MS Mincho" pitchFamily="49" charset="-128"/>
              <a:cs typeface="Courier New" panose="02070309020205020404" pitchFamily="49" charset="0"/>
            </a:endParaRP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2465981" y="1600201"/>
            <a:ext cx="9428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mic Sans MS" panose="030F0902030302020204" pitchFamily="66" charset="0"/>
              </a:rPr>
              <a:t>echo:</a:t>
            </a:r>
          </a:p>
        </p:txBody>
      </p:sp>
    </p:spTree>
    <p:extLst>
      <p:ext uri="{BB962C8B-B14F-4D97-AF65-F5344CB8AC3E}">
        <p14:creationId xmlns:p14="http://schemas.microsoft.com/office/powerpoint/2010/main" val="2308076142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eaLnBrk="1" hangingPunct="1"/>
            <a:r>
              <a:rPr lang="en-US" dirty="0"/>
              <a:t>Setting Up Canary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D6F4BCB-8B38-48EB-8D35-1F949C9B91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C14AF222-9FFD-4F44-AB3D-0BDC9EE27E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31E6C9A-129B-7F48-9D65-CF071176AE39}" type="slidenum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36</a:t>
            </a:fld>
            <a:endParaRPr lang="en-US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360451" name="Rectangle 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538155" y="3962400"/>
            <a:ext cx="5683544" cy="1567096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>
              <a:tabLst>
                <a:tab pos="457200" algn="l"/>
                <a:tab pos="1543050" algn="l"/>
              </a:tabLst>
              <a:defRPr/>
            </a:pPr>
            <a: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echo:</a:t>
            </a:r>
          </a:p>
          <a:p>
            <a:pPr>
              <a:tabLst>
                <a:tab pos="457200" algn="l"/>
                <a:tab pos="1543050" algn="l"/>
              </a:tabLst>
              <a:defRPr/>
            </a:pPr>
            <a: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	. . .</a:t>
            </a:r>
          </a:p>
          <a:p>
            <a:pPr>
              <a:tabLst>
                <a:tab pos="457200" algn="l"/>
                <a:tab pos="1543050" algn="l"/>
              </a:tabLst>
              <a:defRPr/>
            </a:pPr>
            <a: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	</a:t>
            </a:r>
            <a:r>
              <a:rPr lang="en-US" sz="1600" dirty="0" err="1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movq</a:t>
            </a:r>
            <a: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	%fs:40, %</a:t>
            </a:r>
            <a:r>
              <a:rPr lang="en-US" sz="1600" dirty="0" err="1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rax</a:t>
            </a:r>
            <a: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  </a:t>
            </a:r>
            <a:r>
              <a:rPr lang="en-US" sz="1600" i="1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# Get canary</a:t>
            </a:r>
          </a:p>
          <a:p>
            <a:pPr>
              <a:tabLst>
                <a:tab pos="457200" algn="l"/>
                <a:tab pos="1543050" algn="l"/>
              </a:tabLst>
              <a:defRPr/>
            </a:pPr>
            <a: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	</a:t>
            </a:r>
            <a:r>
              <a:rPr lang="en-US" sz="1600" dirty="0" err="1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movq</a:t>
            </a:r>
            <a: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	%</a:t>
            </a:r>
            <a:r>
              <a:rPr lang="en-US" sz="1600" dirty="0" err="1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rax</a:t>
            </a:r>
            <a: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, 8(%</a:t>
            </a:r>
            <a:r>
              <a:rPr lang="en-US" sz="1600" dirty="0" err="1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rsp</a:t>
            </a:r>
            <a: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)   </a:t>
            </a:r>
            <a:r>
              <a:rPr lang="en-US" sz="1600" i="1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# Place on stack</a:t>
            </a:r>
          </a:p>
          <a:p>
            <a:pPr>
              <a:tabLst>
                <a:tab pos="457200" algn="l"/>
                <a:tab pos="1543050" algn="l"/>
              </a:tabLst>
              <a:defRPr/>
            </a:pPr>
            <a: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	</a:t>
            </a:r>
            <a:r>
              <a:rPr lang="en-US" sz="1600" dirty="0" err="1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xorl</a:t>
            </a:r>
            <a: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	%</a:t>
            </a:r>
            <a:r>
              <a:rPr lang="en-US" sz="1600" dirty="0" err="1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eax</a:t>
            </a:r>
            <a: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, %</a:t>
            </a:r>
            <a:r>
              <a:rPr lang="en-US" sz="1600" dirty="0" err="1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eax</a:t>
            </a:r>
            <a: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    </a:t>
            </a:r>
            <a:r>
              <a:rPr lang="en-US" sz="1600" i="1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# Erase canary</a:t>
            </a:r>
          </a:p>
          <a:p>
            <a:pPr>
              <a:tabLst>
                <a:tab pos="457200" algn="l"/>
                <a:tab pos="1543050" algn="l"/>
              </a:tabLst>
              <a:defRPr/>
            </a:pPr>
            <a: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	. . .</a:t>
            </a:r>
          </a:p>
        </p:txBody>
      </p:sp>
      <p:sp>
        <p:nvSpPr>
          <p:cNvPr id="25604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538155" y="1984252"/>
            <a:ext cx="5105400" cy="18129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/>
          <a:p>
            <a:pPr>
              <a:tabLst>
                <a:tab pos="457200" algn="l"/>
                <a:tab pos="1485900" algn="l"/>
              </a:tabLst>
            </a:pPr>
            <a:r>
              <a:rPr lang="en-US" sz="1600" i="1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/* Echo Line */</a:t>
            </a:r>
            <a:br>
              <a:rPr lang="en-US" sz="1600" i="1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void echo()</a:t>
            </a:r>
            <a:b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{</a:t>
            </a:r>
            <a:b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  char </a:t>
            </a:r>
            <a:r>
              <a:rPr lang="en-US" sz="1600" dirty="0" err="1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buf</a:t>
            </a:r>
            <a: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[8];  </a:t>
            </a:r>
            <a:r>
              <a:rPr lang="en-US" sz="1600" i="1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/* Way too small! */</a:t>
            </a:r>
            <a:br>
              <a:rPr lang="en-US" sz="1600" i="1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  gets(</a:t>
            </a:r>
            <a:r>
              <a:rPr lang="en-US" sz="1600" dirty="0" err="1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buf</a:t>
            </a:r>
            <a: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);</a:t>
            </a:r>
            <a:b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  puts(</a:t>
            </a:r>
            <a:r>
              <a:rPr lang="en-US" sz="1600" dirty="0" err="1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buf</a:t>
            </a:r>
            <a: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);</a:t>
            </a:r>
            <a:b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}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8951762"/>
              </p:ext>
            </p:extLst>
          </p:nvPr>
        </p:nvGraphicFramePr>
        <p:xfrm>
          <a:off x="2057400" y="2003588"/>
          <a:ext cx="1751588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78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8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78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97280">
                <a:tc gridSpan="4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Stack frame for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Anonymous Pro" charset="0"/>
                          <a:cs typeface="Courier New" panose="02070309020205020404" pitchFamily="49" charset="0"/>
                        </a:rPr>
                        <a:t>call_echo</a:t>
                      </a:r>
                      <a:endParaRPr lang="en-US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Anonymous Pro" charset="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 gridSpan="4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Return address</a:t>
                      </a:r>
                    </a:p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(8 bytes)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E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 gridSpan="4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 gridSpan="4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Canary</a:t>
                      </a:r>
                      <a:br>
                        <a:rPr lang="en-US" b="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</a:br>
                      <a:r>
                        <a:rPr lang="en-US" b="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(8 bytes)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Anonymous Pro" charset="0"/>
                          <a:cs typeface="Courier New" panose="02070309020205020404" pitchFamily="49" charset="0"/>
                        </a:rPr>
                        <a:t>[7]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Anonymous Pro" charset="0"/>
                          <a:cs typeface="Courier New" panose="02070309020205020404" pitchFamily="49" charset="0"/>
                        </a:rPr>
                        <a:t>[6]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Anonymous Pro" charset="0"/>
                          <a:cs typeface="Courier New" panose="02070309020205020404" pitchFamily="49" charset="0"/>
                        </a:rPr>
                        <a:t>[5]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Anonymous Pro" charset="0"/>
                          <a:cs typeface="Courier New" panose="02070309020205020404" pitchFamily="49" charset="0"/>
                        </a:rPr>
                        <a:t>[4]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Anonymous Pro" charset="0"/>
                          <a:cs typeface="Courier New" panose="02070309020205020404" pitchFamily="49" charset="0"/>
                        </a:rPr>
                        <a:t>[3]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Anonymous Pro" charset="0"/>
                          <a:cs typeface="Courier New" panose="02070309020205020404" pitchFamily="49" charset="0"/>
                        </a:rPr>
                        <a:t>[2]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Anonymous Pro" charset="0"/>
                          <a:cs typeface="Courier New" panose="02070309020205020404" pitchFamily="49" charset="0"/>
                        </a:rPr>
                        <a:t>[1]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Anonymous Pro" charset="0"/>
                          <a:cs typeface="Courier New" panose="02070309020205020404" pitchFamily="49" charset="0"/>
                        </a:rPr>
                        <a:t>[0]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ounded Rectangular Callout 4"/>
          <p:cNvSpPr/>
          <p:nvPr/>
        </p:nvSpPr>
        <p:spPr bwMode="auto">
          <a:xfrm>
            <a:off x="5804788" y="3657600"/>
            <a:ext cx="2129883" cy="612528"/>
          </a:xfrm>
          <a:prstGeom prst="wedgeRoundRectCallout">
            <a:avLst>
              <a:gd name="adj1" fmla="val -20833"/>
              <a:gd name="adj2" fmla="val 94415"/>
              <a:gd name="adj3" fmla="val 16667"/>
            </a:avLst>
          </a:prstGeom>
          <a:solidFill>
            <a:schemeClr val="bg1"/>
          </a:solidFill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sz="1600" b="1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</a:rPr>
              <a:t>Segment register </a:t>
            </a:r>
            <a:r>
              <a:rPr lang="en-US" sz="1600" b="1" i="1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</a:rPr>
              <a:t>(don’t worry about it)</a:t>
            </a:r>
          </a:p>
        </p:txBody>
      </p:sp>
      <p:sp>
        <p:nvSpPr>
          <p:cNvPr id="14" name="TextBox 13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076893" y="1550023"/>
            <a:ext cx="175564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noAutofit/>
          </a:bodyPr>
          <a:lstStyle/>
          <a:p>
            <a:pPr algn="ctr" eaLnBrk="0" hangingPunct="0"/>
            <a:r>
              <a:rPr lang="en-US" sz="1800" i="1" dirty="0">
                <a:solidFill>
                  <a:srgbClr val="C00000"/>
                </a:solidFill>
                <a:latin typeface="Comic Sans MS" panose="030F0902030302020204" pitchFamily="66" charset="0"/>
              </a:rPr>
              <a:t>Before call to gets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08988" y="5707924"/>
            <a:ext cx="506870" cy="374904"/>
          </a:xfrm>
          <a:prstGeom prst="rect">
            <a:avLst/>
          </a:prstGeom>
        </p:spPr>
        <p:txBody>
          <a:bodyPr wrap="none" anchor="ctr" anchorCtr="0">
            <a:normAutofit/>
          </a:bodyPr>
          <a:lstStyle/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buf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315859" y="5707924"/>
            <a:ext cx="918521" cy="374904"/>
          </a:xfrm>
          <a:prstGeom prst="rect">
            <a:avLst/>
          </a:prstGeom>
        </p:spPr>
        <p:txBody>
          <a:bodyPr wrap="none" lIns="0" tIns="0" rIns="0" bIns="0" anchor="ctr" anchorCtr="0">
            <a:normAutofit/>
          </a:bodyPr>
          <a:lstStyle/>
          <a:p>
            <a:pPr algn="ctr">
              <a:lnSpc>
                <a:spcPts val="1600"/>
              </a:lnSpc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⟵%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rsp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0847880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eaLnBrk="1" hangingPunct="1"/>
            <a:r>
              <a:rPr lang="en-US" dirty="0"/>
              <a:t>Checking Canary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077CB-B802-4989-80BE-92F8D67491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8F2FEE1C-7118-564E-B624-26503AA9A5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31E6C9A-129B-7F48-9D65-CF071176AE39}" type="slidenum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37</a:t>
            </a:fld>
            <a:endParaRPr lang="en-US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360451" name="Rectangle 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992880" y="3581401"/>
            <a:ext cx="6492240" cy="1813317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>
              <a:tabLst>
                <a:tab pos="457200" algn="l"/>
                <a:tab pos="1543050" algn="l"/>
              </a:tabLst>
              <a:defRPr/>
            </a:pPr>
            <a: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echo:</a:t>
            </a:r>
          </a:p>
          <a:p>
            <a:pPr>
              <a:tabLst>
                <a:tab pos="457200" algn="l"/>
                <a:tab pos="1543050" algn="l"/>
              </a:tabLst>
              <a:defRPr/>
            </a:pPr>
            <a: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	. . .</a:t>
            </a:r>
          </a:p>
          <a:p>
            <a:pPr>
              <a:tabLst>
                <a:tab pos="457200" algn="l"/>
                <a:tab pos="1543050" algn="l"/>
              </a:tabLst>
              <a:defRPr/>
            </a:pPr>
            <a: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	</a:t>
            </a:r>
            <a:r>
              <a:rPr lang="en-US" sz="1600" dirty="0" err="1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movq</a:t>
            </a:r>
            <a: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	8(%</a:t>
            </a:r>
            <a:r>
              <a:rPr lang="en-US" sz="1600" dirty="0" err="1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rsp</a:t>
            </a:r>
            <a: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), %</a:t>
            </a:r>
            <a:r>
              <a:rPr lang="en-US" sz="1600" dirty="0" err="1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rax</a:t>
            </a:r>
            <a: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   </a:t>
            </a:r>
            <a:r>
              <a:rPr lang="en-US" sz="1600" i="1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# retrieve from Stack</a:t>
            </a:r>
          </a:p>
          <a:p>
            <a:pPr>
              <a:tabLst>
                <a:tab pos="457200" algn="l"/>
                <a:tab pos="1543050" algn="l"/>
              </a:tabLst>
              <a:defRPr/>
            </a:pPr>
            <a: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	</a:t>
            </a:r>
            <a:r>
              <a:rPr lang="en-US" sz="1600" dirty="0" err="1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xorq</a:t>
            </a:r>
            <a: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	%fs:40, %</a:t>
            </a:r>
            <a:r>
              <a:rPr lang="en-US" sz="1600" dirty="0" err="1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rax</a:t>
            </a:r>
            <a: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    </a:t>
            </a:r>
            <a:r>
              <a:rPr lang="en-US" sz="1600" i="1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# compare to canary</a:t>
            </a:r>
          </a:p>
          <a:p>
            <a:pPr>
              <a:tabLst>
                <a:tab pos="457200" algn="l"/>
                <a:tab pos="1543050" algn="l"/>
              </a:tabLst>
              <a:defRPr/>
            </a:pPr>
            <a: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	je	.L2               </a:t>
            </a:r>
            <a:r>
              <a:rPr lang="en-US" sz="1600" i="1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# if same, OK</a:t>
            </a:r>
          </a:p>
          <a:p>
            <a:pPr>
              <a:tabLst>
                <a:tab pos="457200" algn="l"/>
                <a:tab pos="1543050" algn="l"/>
              </a:tabLst>
              <a:defRPr/>
            </a:pPr>
            <a: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	call	__</a:t>
            </a:r>
            <a:r>
              <a:rPr lang="en-US" sz="1600" dirty="0" err="1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stack_chk_fail</a:t>
            </a:r>
            <a: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</a:t>
            </a:r>
            <a:r>
              <a:rPr lang="en-US" sz="1600" i="1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# else, FAIL</a:t>
            </a:r>
          </a:p>
          <a:p>
            <a:pPr>
              <a:tabLst>
                <a:tab pos="457200" algn="l"/>
                <a:tab pos="1543050" algn="l"/>
              </a:tabLst>
              <a:defRPr/>
            </a:pPr>
            <a: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.L6:	. . . </a:t>
            </a:r>
          </a:p>
        </p:txBody>
      </p:sp>
      <p:graphicFrame>
        <p:nvGraphicFramePr>
          <p:cNvPr id="50" name="Table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9860877"/>
              </p:ext>
            </p:extLst>
          </p:nvPr>
        </p:nvGraphicFramePr>
        <p:xfrm>
          <a:off x="1969325" y="1837455"/>
          <a:ext cx="1751588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78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8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78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97280">
                <a:tc gridSpan="4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Stack frame for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Anonymous Pro" charset="0"/>
                          <a:cs typeface="Courier New" panose="02070309020205020404" pitchFamily="49" charset="0"/>
                        </a:rPr>
                        <a:t>call_echo</a:t>
                      </a:r>
                      <a:endParaRPr lang="en-US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Anonymous Pro" charset="0"/>
                        <a:cs typeface="Courier New" panose="020703090202050204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 gridSpan="4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Return address</a:t>
                      </a:r>
                    </a:p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(8 bytes)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E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 gridSpan="4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 gridSpan="4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Canary</a:t>
                      </a:r>
                      <a:br>
                        <a:rPr lang="en-US" b="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</a:br>
                      <a:r>
                        <a:rPr lang="en-US" b="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(8 bytes)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Anonymous Pro" charset="0"/>
                          <a:cs typeface="Courier New" panose="02070309020205020404" pitchFamily="49" charset="0"/>
                        </a:rPr>
                        <a:t>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Anonymous Pro" charset="0"/>
                          <a:cs typeface="Courier New" panose="02070309020205020404" pitchFamily="49" charset="0"/>
                        </a:rPr>
                        <a:t>37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Anonymous Pro" charset="0"/>
                          <a:cs typeface="Courier New" panose="02070309020205020404" pitchFamily="49" charset="0"/>
                        </a:rPr>
                        <a:t>36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Anonymous Pro" charset="0"/>
                          <a:cs typeface="Courier New" panose="02070309020205020404" pitchFamily="49" charset="0"/>
                        </a:rPr>
                        <a:t>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Anonymous Pro" charset="0"/>
                          <a:cs typeface="Courier New" panose="02070309020205020404" pitchFamily="49" charset="0"/>
                        </a:rPr>
                        <a:t>34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Anonymous Pro" charset="0"/>
                          <a:cs typeface="Courier New" panose="02070309020205020404" pitchFamily="49" charset="0"/>
                        </a:rPr>
                        <a:t>33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Anonymous Pro" charset="0"/>
                          <a:cs typeface="Courier New" panose="02070309020205020404" pitchFamily="49" charset="0"/>
                        </a:rPr>
                        <a:t>32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Anonymous Pro" charset="0"/>
                          <a:cs typeface="Courier New" panose="02070309020205020404" pitchFamily="49" charset="0"/>
                        </a:rPr>
                        <a:t>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3720913" y="5541791"/>
            <a:ext cx="506870" cy="374904"/>
          </a:xfrm>
          <a:prstGeom prst="rect">
            <a:avLst/>
          </a:prstGeom>
        </p:spPr>
        <p:txBody>
          <a:bodyPr wrap="none" anchor="ctr" anchorCtr="0">
            <a:normAutofit/>
          </a:bodyPr>
          <a:lstStyle/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buf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227784" y="5541791"/>
            <a:ext cx="918521" cy="374904"/>
          </a:xfrm>
          <a:prstGeom prst="rect">
            <a:avLst/>
          </a:prstGeom>
        </p:spPr>
        <p:txBody>
          <a:bodyPr wrap="none" lIns="0" tIns="0" rIns="0" bIns="0" anchor="ctr" anchorCtr="0">
            <a:normAutofit/>
          </a:bodyPr>
          <a:lstStyle/>
          <a:p>
            <a:pPr algn="ctr">
              <a:lnSpc>
                <a:spcPts val="1600"/>
              </a:lnSpc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⟵%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rsp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TextBox 1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969325" y="1447800"/>
            <a:ext cx="175564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noAutofit/>
          </a:bodyPr>
          <a:lstStyle/>
          <a:p>
            <a:pPr algn="ctr" eaLnBrk="0" hangingPunct="0"/>
            <a:r>
              <a:rPr lang="en-US" sz="1800" i="1" dirty="0">
                <a:solidFill>
                  <a:srgbClr val="C00000"/>
                </a:solidFill>
                <a:latin typeface="Comic Sans MS" panose="030F0902030302020204" pitchFamily="66" charset="0"/>
              </a:rPr>
              <a:t>After call to gets</a:t>
            </a:r>
          </a:p>
        </p:txBody>
      </p:sp>
      <p:sp>
        <p:nvSpPr>
          <p:cNvPr id="17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450080" y="1676401"/>
            <a:ext cx="5105400" cy="18129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/>
          <a:p>
            <a:pPr>
              <a:tabLst>
                <a:tab pos="457200" algn="l"/>
                <a:tab pos="1485900" algn="l"/>
              </a:tabLst>
            </a:pPr>
            <a:r>
              <a:rPr lang="en-US" sz="1600" i="1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/* Echo Line */</a:t>
            </a:r>
            <a:br>
              <a:rPr lang="en-US" sz="1600" i="1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void echo()</a:t>
            </a:r>
            <a:b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{</a:t>
            </a:r>
            <a:b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  char </a:t>
            </a:r>
            <a:r>
              <a:rPr lang="en-US" sz="1600" dirty="0" err="1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buf</a:t>
            </a:r>
            <a: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[8];  </a:t>
            </a:r>
            <a:r>
              <a:rPr lang="en-US" sz="1600" i="1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/* Way too small! */</a:t>
            </a:r>
            <a:br>
              <a:rPr lang="en-US" sz="1600" i="1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  gets(</a:t>
            </a:r>
            <a:r>
              <a:rPr lang="en-US" sz="1600" dirty="0" err="1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buf</a:t>
            </a:r>
            <a: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);</a:t>
            </a:r>
            <a:b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    puts(</a:t>
            </a:r>
            <a:r>
              <a:rPr lang="en-US" sz="1600" dirty="0" err="1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buf</a:t>
            </a:r>
            <a: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);</a:t>
            </a:r>
            <a:b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ea typeface="MS Mincho" pitchFamily="49" charset="-128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48B5A19-CA19-A641-AA8D-B9A47CA3529E}"/>
              </a:ext>
            </a:extLst>
          </p:cNvPr>
          <p:cNvSpPr/>
          <p:nvPr/>
        </p:nvSpPr>
        <p:spPr>
          <a:xfrm>
            <a:off x="5979371" y="5916696"/>
            <a:ext cx="24304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mic Sans MS" panose="030F0902030302020204" pitchFamily="66" charset="0"/>
              </a:rPr>
              <a:t>Input: </a:t>
            </a:r>
            <a:r>
              <a:rPr lang="en-US" i="1" dirty="0">
                <a:latin typeface="Comic Sans MS" panose="030F0902030302020204" pitchFamily="66" charset="0"/>
              </a:rPr>
              <a:t>1234567</a:t>
            </a:r>
          </a:p>
        </p:txBody>
      </p:sp>
    </p:spTree>
    <p:extLst>
      <p:ext uri="{BB962C8B-B14F-4D97-AF65-F5344CB8AC3E}">
        <p14:creationId xmlns:p14="http://schemas.microsoft.com/office/powerpoint/2010/main" val="418014225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eaLnBrk="1" hangingPunct="1"/>
            <a:r>
              <a:rPr lang="en-US" dirty="0"/>
              <a:t>Summary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marL="514350" indent="-514350" eaLnBrk="1" hangingPunct="1">
              <a:buSzPct val="100000"/>
              <a:buFont typeface="+mj-lt"/>
              <a:buAutoNum type="arabicParenR"/>
            </a:pPr>
            <a:r>
              <a:rPr lang="en-US" dirty="0"/>
              <a:t>Avoid overflow vulnerabilities</a:t>
            </a:r>
          </a:p>
          <a:p>
            <a:pPr marL="857250" lvl="1" indent="-457200"/>
            <a:r>
              <a:rPr lang="en-US" dirty="0"/>
              <a:t>Use library routines that limit string lengths</a:t>
            </a:r>
          </a:p>
          <a:p>
            <a:pPr marL="665226" lvl="2" indent="0">
              <a:buNone/>
            </a:pPr>
            <a:endParaRPr lang="en-US" dirty="0"/>
          </a:p>
          <a:p>
            <a:pPr marL="457200" indent="-457200" eaLnBrk="1" hangingPunct="1">
              <a:buSzPct val="100000"/>
              <a:buFont typeface="+mj-lt"/>
              <a:buAutoNum type="arabicParenR"/>
            </a:pPr>
            <a:r>
              <a:rPr lang="en-US" dirty="0"/>
              <a:t> Employ system-level protections</a:t>
            </a:r>
          </a:p>
          <a:p>
            <a:pPr marL="857250" lvl="1" indent="-457200"/>
            <a:r>
              <a:rPr lang="en-US" dirty="0"/>
              <a:t>Randomized Stack offsets</a:t>
            </a:r>
          </a:p>
          <a:p>
            <a:pPr marL="857250" lvl="1" indent="-457200"/>
            <a:r>
              <a:rPr lang="en-US" dirty="0"/>
              <a:t>Code on the Stack is not executable</a:t>
            </a:r>
          </a:p>
          <a:p>
            <a:pPr lvl="2"/>
            <a:endParaRPr lang="en-US" dirty="0"/>
          </a:p>
          <a:p>
            <a:pPr marL="457200" indent="-457200" eaLnBrk="1" hangingPunct="1">
              <a:buSzPct val="100000"/>
              <a:buFont typeface="+mj-lt"/>
              <a:buAutoNum type="arabicParenR"/>
            </a:pPr>
            <a:r>
              <a:rPr lang="en-US" dirty="0"/>
              <a:t> Have compiler use “stack canaries”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4714E93-0FAA-944F-8749-653E7D9F38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31E6C9A-129B-7F48-9D65-CF071176AE39}" type="slidenum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38</a:t>
            </a:fld>
            <a:endParaRPr lang="en-US" altLang="en-US" sz="14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9040344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theme1.xml><?xml version="1.0" encoding="utf-8"?>
<a:theme xmlns:a="http://schemas.openxmlformats.org/drawingml/2006/main" name="CS449_Templat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E7BC6BCD-614E-41BE-9378-C7E28C307EF7}" vid="{D7833C4A-9AFD-4CDB-9FE0-1B7F5499B86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CS449_Template</Template>
  <TotalTime>7765</TotalTime>
  <Words>4546</Words>
  <Application>Microsoft Office PowerPoint</Application>
  <PresentationFormat>Widescreen</PresentationFormat>
  <Paragraphs>1034</Paragraphs>
  <Slides>38</Slides>
  <Notes>37</Notes>
  <HiddenSlides>1</HiddenSlides>
  <MMClips>0</MMClips>
  <ScaleCrop>false</ScaleCrop>
  <HeadingPairs>
    <vt:vector size="6" baseType="variant">
      <vt:variant>
        <vt:lpstr>Fonts Used</vt:lpstr>
      </vt:variant>
      <vt:variant>
        <vt:i4>20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59" baseType="lpstr">
      <vt:lpstr>Anonymous Pro</vt:lpstr>
      <vt:lpstr>Arial</vt:lpstr>
      <vt:lpstr>Arial Narrow</vt:lpstr>
      <vt:lpstr>Calibri</vt:lpstr>
      <vt:lpstr>Calibri Bold</vt:lpstr>
      <vt:lpstr>Calibri Light</vt:lpstr>
      <vt:lpstr>Comic Sans MS</vt:lpstr>
      <vt:lpstr>Courier</vt:lpstr>
      <vt:lpstr>Courier New</vt:lpstr>
      <vt:lpstr>DejaVu Sans</vt:lpstr>
      <vt:lpstr>Lato</vt:lpstr>
      <vt:lpstr>Lato Hairline</vt:lpstr>
      <vt:lpstr>Lato Heavy</vt:lpstr>
      <vt:lpstr>Lato Light</vt:lpstr>
      <vt:lpstr>Marcellus SC</vt:lpstr>
      <vt:lpstr>Roboto</vt:lpstr>
      <vt:lpstr>Segoe UI</vt:lpstr>
      <vt:lpstr>Times New Roman</vt:lpstr>
      <vt:lpstr>Wingdings</vt:lpstr>
      <vt:lpstr>Wingdings 2</vt:lpstr>
      <vt:lpstr>CS449_Template</vt:lpstr>
      <vt:lpstr>PowerPoint Presentation</vt:lpstr>
      <vt:lpstr>Review: General Memory Layout</vt:lpstr>
      <vt:lpstr>x86-64 Linux Memory Layout</vt:lpstr>
      <vt:lpstr>Memory Allocation Example</vt:lpstr>
      <vt:lpstr>Memory Allocation Example</vt:lpstr>
      <vt:lpstr>Reminder:  x86-64/Linux Stack Frame</vt:lpstr>
      <vt:lpstr>Recall: Memory Referencing Bug Example</vt:lpstr>
      <vt:lpstr>Memory Referencing Bug Example</vt:lpstr>
      <vt:lpstr>Buffer Overflow</vt:lpstr>
      <vt:lpstr>Buffer Overflow (cont.)</vt:lpstr>
      <vt:lpstr>String Library Code</vt:lpstr>
      <vt:lpstr>String Library Code</vt:lpstr>
      <vt:lpstr>Vulnerable Buffer Code</vt:lpstr>
      <vt:lpstr>Buffer Overflow Disassembly</vt:lpstr>
      <vt:lpstr>Buffer Overflow Stack Example</vt:lpstr>
      <vt:lpstr>Buffer Overflow Stack Example</vt:lpstr>
      <vt:lpstr>Buffer Overflow Stack Example #1</vt:lpstr>
      <vt:lpstr>Buffer Overflow Stack Example #2</vt:lpstr>
      <vt:lpstr>Buffer Overflow Example #2 Explained</vt:lpstr>
      <vt:lpstr>Malicious Use of Buffer Overflow: Code Injection Attacks</vt:lpstr>
      <vt:lpstr>Exploits Based on Buffer Overflows</vt:lpstr>
      <vt:lpstr>Example: the original Internet worm (1988)</vt:lpstr>
      <vt:lpstr>Heartbleed (2014)</vt:lpstr>
      <vt:lpstr>Crafting Smashing String</vt:lpstr>
      <vt:lpstr>Smashing String Effect</vt:lpstr>
      <vt:lpstr>Performing Stack Smash</vt:lpstr>
      <vt:lpstr>Code Injection Attacks</vt:lpstr>
      <vt:lpstr>How Does The Attack Code Execute?</vt:lpstr>
      <vt:lpstr>Quiz</vt:lpstr>
      <vt:lpstr>Dealing with buffer overflow attacks</vt:lpstr>
      <vt:lpstr>1) Avoid Overflow Vulnerabilities in Code</vt:lpstr>
      <vt:lpstr>2) System-Level Protections</vt:lpstr>
      <vt:lpstr>2) System-Level Protections</vt:lpstr>
      <vt:lpstr>3) Stack Canaries</vt:lpstr>
      <vt:lpstr>Protected Buffer Disassembly (buf)</vt:lpstr>
      <vt:lpstr>Setting Up Canary</vt:lpstr>
      <vt:lpstr>Checking Canary</vt:lpstr>
      <vt:lpstr>Summary</vt:lpstr>
    </vt:vector>
  </TitlesOfParts>
  <Company>Digital Integrity, Inc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Programming Languages and Compilers</dc:title>
  <dc:creator>Alex Aiken</dc:creator>
  <cp:lastModifiedBy>Luis Oliveira</cp:lastModifiedBy>
  <cp:revision>85</cp:revision>
  <dcterms:created xsi:type="dcterms:W3CDTF">2000-01-15T07:54:11Z</dcterms:created>
  <dcterms:modified xsi:type="dcterms:W3CDTF">2021-06-24T16:33:00Z</dcterms:modified>
</cp:coreProperties>
</file>